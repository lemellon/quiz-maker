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83" r:id="rId4"/>
  </p:sldMasterIdLst>
  <p:notesMasterIdLst>
    <p:notesMasterId r:id="rId19"/>
  </p:notesMasterIdLst>
  <p:handoutMasterIdLst>
    <p:handoutMasterId r:id="rId20"/>
  </p:handoutMasterIdLst>
  <p:sldIdLst>
    <p:sldId id="325" r:id="rId5"/>
    <p:sldId id="307" r:id="rId6"/>
    <p:sldId id="324" r:id="rId7"/>
    <p:sldId id="338" r:id="rId8"/>
    <p:sldId id="312" r:id="rId9"/>
    <p:sldId id="339" r:id="rId10"/>
    <p:sldId id="340" r:id="rId11"/>
    <p:sldId id="341" r:id="rId12"/>
    <p:sldId id="342" r:id="rId13"/>
    <p:sldId id="343" r:id="rId14"/>
    <p:sldId id="344" r:id="rId15"/>
    <p:sldId id="345" r:id="rId16"/>
    <p:sldId id="321" r:id="rId17"/>
    <p:sldId id="34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5394" autoAdjust="0"/>
  </p:normalViewPr>
  <p:slideViewPr>
    <p:cSldViewPr snapToGrid="0">
      <p:cViewPr varScale="1">
        <p:scale>
          <a:sx n="91" d="100"/>
          <a:sy n="91" d="100"/>
        </p:scale>
        <p:origin x="322" y="62"/>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80" d="100"/>
        <a:sy n="80" d="100"/>
      </p:scale>
      <p:origin x="0" y="-2069"/>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04B9809-3C73-CA2B-1791-620EA168CC0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C7B1C58-A1FD-D1E1-33AB-1303C48435C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66AA30A-158D-435B-B1F3-6FF82BD60FDF}" type="datetimeFigureOut">
              <a:rPr lang="en-US" smtClean="0"/>
              <a:t>9/29/2025</a:t>
            </a:fld>
            <a:endParaRPr lang="en-US" dirty="0"/>
          </a:p>
        </p:txBody>
      </p:sp>
      <p:sp>
        <p:nvSpPr>
          <p:cNvPr id="4" name="Footer Placeholder 3">
            <a:extLst>
              <a:ext uri="{FF2B5EF4-FFF2-40B4-BE49-F238E27FC236}">
                <a16:creationId xmlns:a16="http://schemas.microsoft.com/office/drawing/2014/main" id="{4717A0D9-659F-DDC6-CBD8-29B61E0FF7E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F9E0617-6128-05F5-8F48-6A0A1D1479E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0A24AC-02A6-46A1-A072-EAC8AC25DCA5}" type="slidenum">
              <a:rPr lang="en-US" smtClean="0"/>
              <a:t>‹#›</a:t>
            </a:fld>
            <a:endParaRPr lang="en-US" dirty="0"/>
          </a:p>
        </p:txBody>
      </p:sp>
    </p:spTree>
    <p:extLst>
      <p:ext uri="{BB962C8B-B14F-4D97-AF65-F5344CB8AC3E}">
        <p14:creationId xmlns:p14="http://schemas.microsoft.com/office/powerpoint/2010/main" val="40839198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6A0313-F537-4ED0-973B-4729E10A826A}" type="datetimeFigureOut">
              <a:rPr lang="en-US" smtClean="0"/>
              <a:t>9/29/2025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C92804-03A6-47F6-A893-4DDB8903A808}" type="slidenum">
              <a:rPr lang="en-US" smtClean="0"/>
              <a:t>‹#›</a:t>
            </a:fld>
            <a:endParaRPr lang="en-US" dirty="0"/>
          </a:p>
        </p:txBody>
      </p:sp>
    </p:spTree>
    <p:extLst>
      <p:ext uri="{BB962C8B-B14F-4D97-AF65-F5344CB8AC3E}">
        <p14:creationId xmlns:p14="http://schemas.microsoft.com/office/powerpoint/2010/main" val="2944717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a:t>
            </a:fld>
            <a:endParaRPr lang="en-US" dirty="0"/>
          </a:p>
        </p:txBody>
      </p:sp>
    </p:spTree>
    <p:extLst>
      <p:ext uri="{BB962C8B-B14F-4D97-AF65-F5344CB8AC3E}">
        <p14:creationId xmlns:p14="http://schemas.microsoft.com/office/powerpoint/2010/main" val="642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2</a:t>
            </a:fld>
            <a:endParaRPr lang="en-US" dirty="0"/>
          </a:p>
        </p:txBody>
      </p:sp>
    </p:spTree>
    <p:extLst>
      <p:ext uri="{BB962C8B-B14F-4D97-AF65-F5344CB8AC3E}">
        <p14:creationId xmlns:p14="http://schemas.microsoft.com/office/powerpoint/2010/main" val="14411823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3</a:t>
            </a:fld>
            <a:endParaRPr lang="en-US" dirty="0"/>
          </a:p>
        </p:txBody>
      </p:sp>
    </p:spTree>
    <p:extLst>
      <p:ext uri="{BB962C8B-B14F-4D97-AF65-F5344CB8AC3E}">
        <p14:creationId xmlns:p14="http://schemas.microsoft.com/office/powerpoint/2010/main" val="1520219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4</a:t>
            </a:fld>
            <a:endParaRPr lang="en-US" dirty="0"/>
          </a:p>
        </p:txBody>
      </p:sp>
    </p:spTree>
    <p:extLst>
      <p:ext uri="{BB962C8B-B14F-4D97-AF65-F5344CB8AC3E}">
        <p14:creationId xmlns:p14="http://schemas.microsoft.com/office/powerpoint/2010/main" val="34958397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5</a:t>
            </a:fld>
            <a:endParaRPr lang="en-US" dirty="0"/>
          </a:p>
        </p:txBody>
      </p:sp>
    </p:spTree>
    <p:extLst>
      <p:ext uri="{BB962C8B-B14F-4D97-AF65-F5344CB8AC3E}">
        <p14:creationId xmlns:p14="http://schemas.microsoft.com/office/powerpoint/2010/main" val="18389773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6</a:t>
            </a:fld>
            <a:endParaRPr lang="en-US" dirty="0"/>
          </a:p>
        </p:txBody>
      </p:sp>
    </p:spTree>
    <p:extLst>
      <p:ext uri="{BB962C8B-B14F-4D97-AF65-F5344CB8AC3E}">
        <p14:creationId xmlns:p14="http://schemas.microsoft.com/office/powerpoint/2010/main" val="30460343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B4234-663D-1221-5300-61D2EEB4D2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B5D8AE-9C45-F7B1-5A03-0C9FAA206B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560702-0862-593A-69B2-3F244C1C6D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FE614D-7DA1-0D72-4F36-E16EAC6B5264}"/>
              </a:ext>
            </a:extLst>
          </p:cNvPr>
          <p:cNvSpPr>
            <a:spLocks noGrp="1"/>
          </p:cNvSpPr>
          <p:nvPr>
            <p:ph type="sldNum" sz="quarter" idx="5"/>
          </p:nvPr>
        </p:nvSpPr>
        <p:spPr/>
        <p:txBody>
          <a:bodyPr/>
          <a:lstStyle/>
          <a:p>
            <a:fld id="{0DC92804-03A6-47F6-A893-4DDB8903A808}" type="slidenum">
              <a:rPr lang="en-US" smtClean="0"/>
              <a:t>7</a:t>
            </a:fld>
            <a:endParaRPr lang="en-US" dirty="0"/>
          </a:p>
        </p:txBody>
      </p:sp>
    </p:spTree>
    <p:extLst>
      <p:ext uri="{BB962C8B-B14F-4D97-AF65-F5344CB8AC3E}">
        <p14:creationId xmlns:p14="http://schemas.microsoft.com/office/powerpoint/2010/main" val="5693928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34050-1B8C-3665-9BAB-000F9D9B8E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1F6C51-A9D7-49D5-BEA1-4548512A93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3379AD-0D7E-86C2-E503-E2CE576917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E44109-A734-0147-2509-7BFDE4CFC49B}"/>
              </a:ext>
            </a:extLst>
          </p:cNvPr>
          <p:cNvSpPr>
            <a:spLocks noGrp="1"/>
          </p:cNvSpPr>
          <p:nvPr>
            <p:ph type="sldNum" sz="quarter" idx="5"/>
          </p:nvPr>
        </p:nvSpPr>
        <p:spPr/>
        <p:txBody>
          <a:bodyPr/>
          <a:lstStyle/>
          <a:p>
            <a:fld id="{0DC92804-03A6-47F6-A893-4DDB8903A808}" type="slidenum">
              <a:rPr lang="en-US" smtClean="0"/>
              <a:t>8</a:t>
            </a:fld>
            <a:endParaRPr lang="en-US" dirty="0"/>
          </a:p>
        </p:txBody>
      </p:sp>
    </p:spTree>
    <p:extLst>
      <p:ext uri="{BB962C8B-B14F-4D97-AF65-F5344CB8AC3E}">
        <p14:creationId xmlns:p14="http://schemas.microsoft.com/office/powerpoint/2010/main" val="3571797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59F3A-27F0-0726-D02F-8429CCCEA7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4E8564-523F-45FF-C56C-5BAAAE92B7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2F0CF-26D6-A1C2-D4DF-4DD28D6824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A95560-83C1-8197-429D-425E476C51C8}"/>
              </a:ext>
            </a:extLst>
          </p:cNvPr>
          <p:cNvSpPr>
            <a:spLocks noGrp="1"/>
          </p:cNvSpPr>
          <p:nvPr>
            <p:ph type="sldNum" sz="quarter" idx="5"/>
          </p:nvPr>
        </p:nvSpPr>
        <p:spPr/>
        <p:txBody>
          <a:bodyPr/>
          <a:lstStyle/>
          <a:p>
            <a:fld id="{0DC92804-03A6-47F6-A893-4DDB8903A808}" type="slidenum">
              <a:rPr lang="en-US" smtClean="0"/>
              <a:t>9</a:t>
            </a:fld>
            <a:endParaRPr lang="en-US" dirty="0"/>
          </a:p>
        </p:txBody>
      </p:sp>
    </p:spTree>
    <p:extLst>
      <p:ext uri="{BB962C8B-B14F-4D97-AF65-F5344CB8AC3E}">
        <p14:creationId xmlns:p14="http://schemas.microsoft.com/office/powerpoint/2010/main" val="5232135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F29F1-C172-9760-D3D0-2F2B421093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8BFA3F-4493-4541-7B90-E1A1A2C965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35EE0D-FAD0-759F-F75A-A5513F7735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072A6C-2241-CCFC-EAD7-2151116FD384}"/>
              </a:ext>
            </a:extLst>
          </p:cNvPr>
          <p:cNvSpPr>
            <a:spLocks noGrp="1"/>
          </p:cNvSpPr>
          <p:nvPr>
            <p:ph type="sldNum" sz="quarter" idx="5"/>
          </p:nvPr>
        </p:nvSpPr>
        <p:spPr/>
        <p:txBody>
          <a:bodyPr/>
          <a:lstStyle/>
          <a:p>
            <a:fld id="{0DC92804-03A6-47F6-A893-4DDB8903A808}" type="slidenum">
              <a:rPr lang="en-US" smtClean="0"/>
              <a:t>10</a:t>
            </a:fld>
            <a:endParaRPr lang="en-US" dirty="0"/>
          </a:p>
        </p:txBody>
      </p:sp>
    </p:spTree>
    <p:extLst>
      <p:ext uri="{BB962C8B-B14F-4D97-AF65-F5344CB8AC3E}">
        <p14:creationId xmlns:p14="http://schemas.microsoft.com/office/powerpoint/2010/main" val="34884745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16C0C-C224-9EDB-4CFE-53AC4255B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205F84-90DA-4B76-5B29-7CD07B9267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5DF435-2554-5178-FF8E-77EC57E2DE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27B740-2A0A-DECA-B203-F77AB68D3960}"/>
              </a:ext>
            </a:extLst>
          </p:cNvPr>
          <p:cNvSpPr>
            <a:spLocks noGrp="1"/>
          </p:cNvSpPr>
          <p:nvPr>
            <p:ph type="sldNum" sz="quarter" idx="5"/>
          </p:nvPr>
        </p:nvSpPr>
        <p:spPr/>
        <p:txBody>
          <a:bodyPr/>
          <a:lstStyle/>
          <a:p>
            <a:fld id="{0DC92804-03A6-47F6-A893-4DDB8903A808}" type="slidenum">
              <a:rPr lang="en-US" smtClean="0"/>
              <a:t>11</a:t>
            </a:fld>
            <a:endParaRPr lang="en-US" dirty="0"/>
          </a:p>
        </p:txBody>
      </p:sp>
    </p:spTree>
    <p:extLst>
      <p:ext uri="{BB962C8B-B14F-4D97-AF65-F5344CB8AC3E}">
        <p14:creationId xmlns:p14="http://schemas.microsoft.com/office/powerpoint/2010/main" val="11073695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B1325-A466-B96E-2545-405DBC7F78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F85283-DC9D-57C8-AD76-48301E0DE1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F560A6-8DA8-63EE-A802-E3B2157ABC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9B23AB-7B03-4632-88A1-3CB039EB4FE5}"/>
              </a:ext>
            </a:extLst>
          </p:cNvPr>
          <p:cNvSpPr>
            <a:spLocks noGrp="1"/>
          </p:cNvSpPr>
          <p:nvPr>
            <p:ph type="sldNum" sz="quarter" idx="5"/>
          </p:nvPr>
        </p:nvSpPr>
        <p:spPr/>
        <p:txBody>
          <a:bodyPr/>
          <a:lstStyle/>
          <a:p>
            <a:fld id="{0DC92804-03A6-47F6-A893-4DDB8903A808}" type="slidenum">
              <a:rPr lang="en-US" smtClean="0"/>
              <a:t>12</a:t>
            </a:fld>
            <a:endParaRPr lang="en-US" dirty="0"/>
          </a:p>
        </p:txBody>
      </p:sp>
    </p:spTree>
    <p:extLst>
      <p:ext uri="{BB962C8B-B14F-4D97-AF65-F5344CB8AC3E}">
        <p14:creationId xmlns:p14="http://schemas.microsoft.com/office/powerpoint/2010/main" val="9983201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13</a:t>
            </a:fld>
            <a:endParaRPr lang="en-US" dirty="0"/>
          </a:p>
        </p:txBody>
      </p:sp>
    </p:spTree>
    <p:extLst>
      <p:ext uri="{BB962C8B-B14F-4D97-AF65-F5344CB8AC3E}">
        <p14:creationId xmlns:p14="http://schemas.microsoft.com/office/powerpoint/2010/main" val="42558417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41A76-6915-761B-C1DD-ED9641E79F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31DB44-2B09-B84C-2890-3D5897C5AE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2407A5-427F-5086-5A7D-CF41333CCB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A9F2D3-ED35-8689-165A-EE0BDAD52A13}"/>
              </a:ext>
            </a:extLst>
          </p:cNvPr>
          <p:cNvSpPr>
            <a:spLocks noGrp="1"/>
          </p:cNvSpPr>
          <p:nvPr>
            <p:ph type="sldNum" sz="quarter" idx="5"/>
          </p:nvPr>
        </p:nvSpPr>
        <p:spPr/>
        <p:txBody>
          <a:bodyPr/>
          <a:lstStyle/>
          <a:p>
            <a:fld id="{0DC92804-03A6-47F6-A893-4DDB8903A808}" type="slidenum">
              <a:rPr lang="en-US" smtClean="0"/>
              <a:t>14</a:t>
            </a:fld>
            <a:endParaRPr lang="en-US" dirty="0"/>
          </a:p>
        </p:txBody>
      </p:sp>
    </p:spTree>
    <p:extLst>
      <p:ext uri="{BB962C8B-B14F-4D97-AF65-F5344CB8AC3E}">
        <p14:creationId xmlns:p14="http://schemas.microsoft.com/office/powerpoint/2010/main" val="22292474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C7A07-96C3-42AF-943D-953C86C3DAAD}"/>
              </a:ext>
            </a:extLst>
          </p:cNvPr>
          <p:cNvSpPr>
            <a:spLocks noGrp="1"/>
          </p:cNvSpPr>
          <p:nvPr>
            <p:ph type="ctrTitle"/>
          </p:nvPr>
        </p:nvSpPr>
        <p:spPr>
          <a:xfrm>
            <a:off x="1490472" y="1463557"/>
            <a:ext cx="9144000" cy="2387600"/>
          </a:xfrm>
        </p:spPr>
        <p:txBody>
          <a:bodyPr anchor="b">
            <a:normAutofit/>
          </a:bodyPr>
          <a:lstStyle>
            <a:lvl1pPr algn="ctr">
              <a:lnSpc>
                <a:spcPct val="90000"/>
              </a:lnSpc>
              <a:defRPr sz="5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CEE38DF-F503-4E79-B1B0-16489708A1B5}"/>
              </a:ext>
            </a:extLst>
          </p:cNvPr>
          <p:cNvSpPr>
            <a:spLocks noGrp="1"/>
          </p:cNvSpPr>
          <p:nvPr>
            <p:ph type="subTitle" idx="1"/>
          </p:nvPr>
        </p:nvSpPr>
        <p:spPr>
          <a:xfrm>
            <a:off x="1490472" y="3943232"/>
            <a:ext cx="9144000" cy="1655762"/>
          </a:xfrm>
        </p:spPr>
        <p:txBody>
          <a:bodyPr>
            <a:normAutofit/>
          </a:bodyPr>
          <a:lstStyle>
            <a:lvl1pPr marL="0" indent="0" algn="ctr">
              <a:lnSpc>
                <a:spcPct val="110000"/>
              </a:lnSpc>
              <a:buNone/>
              <a:defRPr sz="2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Date Placeholder 13">
            <a:extLst>
              <a:ext uri="{FF2B5EF4-FFF2-40B4-BE49-F238E27FC236}">
                <a16:creationId xmlns:a16="http://schemas.microsoft.com/office/drawing/2014/main" id="{46538D75-00C2-DE73-4C65-FE94AC658370}"/>
              </a:ext>
            </a:extLst>
          </p:cNvPr>
          <p:cNvSpPr>
            <a:spLocks noGrp="1"/>
          </p:cNvSpPr>
          <p:nvPr>
            <p:ph type="dt" sz="half" idx="10"/>
          </p:nvPr>
        </p:nvSpPr>
        <p:spPr/>
        <p:txBody>
          <a:bodyPr/>
          <a:lstStyle/>
          <a:p>
            <a:r>
              <a:rPr lang="en-US"/>
              <a:t>20XX</a:t>
            </a:r>
            <a:endParaRPr lang="en-US" dirty="0"/>
          </a:p>
        </p:txBody>
      </p:sp>
      <p:sp>
        <p:nvSpPr>
          <p:cNvPr id="16" name="Footer Placeholder 15">
            <a:extLst>
              <a:ext uri="{FF2B5EF4-FFF2-40B4-BE49-F238E27FC236}">
                <a16:creationId xmlns:a16="http://schemas.microsoft.com/office/drawing/2014/main" id="{6B601B81-68C1-B63A-105C-EC637DF56CB7}"/>
              </a:ext>
            </a:extLst>
          </p:cNvPr>
          <p:cNvSpPr>
            <a:spLocks noGrp="1"/>
          </p:cNvSpPr>
          <p:nvPr>
            <p:ph type="ftr" sz="quarter" idx="11"/>
          </p:nvPr>
        </p:nvSpPr>
        <p:spPr/>
        <p:txBody>
          <a:bodyPr/>
          <a:lstStyle/>
          <a:p>
            <a:r>
              <a:rPr lang="en-US"/>
              <a:t>Sample Footer Text</a:t>
            </a:r>
            <a:endParaRPr lang="en-US" dirty="0"/>
          </a:p>
        </p:txBody>
      </p:sp>
      <p:sp>
        <p:nvSpPr>
          <p:cNvPr id="17" name="Slide Number Placeholder 16">
            <a:extLst>
              <a:ext uri="{FF2B5EF4-FFF2-40B4-BE49-F238E27FC236}">
                <a16:creationId xmlns:a16="http://schemas.microsoft.com/office/drawing/2014/main" id="{E9F3E495-0415-392A-9A07-34555BBC7F4C}"/>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27242765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14413-82C1-4EBC-8C6B-BC5F842D13A2}"/>
              </a:ext>
            </a:extLst>
          </p:cNvPr>
          <p:cNvSpPr>
            <a:spLocks noGrp="1"/>
          </p:cNvSpPr>
          <p:nvPr>
            <p:ph type="title"/>
          </p:nvPr>
        </p:nvSpPr>
        <p:spPr/>
        <p:txBody>
          <a:bodyPr>
            <a:normAutofit/>
          </a:bodyPr>
          <a:lstStyle>
            <a:lvl1pPr>
              <a:lnSpc>
                <a:spcPct val="90000"/>
              </a:lnSpc>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28F029A-192E-4A44-ACC7-6C5212C77736}"/>
              </a:ext>
            </a:extLst>
          </p:cNvPr>
          <p:cNvSpPr>
            <a:spLocks noGrp="1"/>
          </p:cNvSpPr>
          <p:nvPr>
            <p:ph idx="1"/>
          </p:nvPr>
        </p:nvSpPr>
        <p:spPr>
          <a:xfrm>
            <a:off x="420624" y="1825625"/>
            <a:ext cx="10515600" cy="4206383"/>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10">
            <a:extLst>
              <a:ext uri="{FF2B5EF4-FFF2-40B4-BE49-F238E27FC236}">
                <a16:creationId xmlns:a16="http://schemas.microsoft.com/office/drawing/2014/main" id="{A25CBB87-BE9B-82CE-8A24-F21EEA0366C3}"/>
              </a:ext>
            </a:extLst>
          </p:cNvPr>
          <p:cNvSpPr>
            <a:spLocks noGrp="1"/>
          </p:cNvSpPr>
          <p:nvPr>
            <p:ph type="dt" sz="half" idx="10"/>
          </p:nvPr>
        </p:nvSpPr>
        <p:spPr/>
        <p:txBody>
          <a:bodyPr/>
          <a:lstStyle/>
          <a:p>
            <a:r>
              <a:rPr lang="en-US"/>
              <a:t>20XX</a:t>
            </a:r>
            <a:endParaRPr lang="en-US" dirty="0"/>
          </a:p>
        </p:txBody>
      </p:sp>
      <p:sp>
        <p:nvSpPr>
          <p:cNvPr id="12" name="Footer Placeholder 11">
            <a:extLst>
              <a:ext uri="{FF2B5EF4-FFF2-40B4-BE49-F238E27FC236}">
                <a16:creationId xmlns:a16="http://schemas.microsoft.com/office/drawing/2014/main" id="{B2131628-C033-9728-C4CF-90CDBCB89F7F}"/>
              </a:ext>
            </a:extLst>
          </p:cNvPr>
          <p:cNvSpPr>
            <a:spLocks noGrp="1"/>
          </p:cNvSpPr>
          <p:nvPr>
            <p:ph type="ftr" sz="quarter" idx="11"/>
          </p:nvPr>
        </p:nvSpPr>
        <p:spPr/>
        <p:txBody>
          <a:bodyPr/>
          <a:lstStyle/>
          <a:p>
            <a:r>
              <a:rPr lang="en-US"/>
              <a:t>Sample Footer Text</a:t>
            </a:r>
            <a:endParaRPr lang="en-US" dirty="0"/>
          </a:p>
        </p:txBody>
      </p:sp>
      <p:sp>
        <p:nvSpPr>
          <p:cNvPr id="13" name="Slide Number Placeholder 12">
            <a:extLst>
              <a:ext uri="{FF2B5EF4-FFF2-40B4-BE49-F238E27FC236}">
                <a16:creationId xmlns:a16="http://schemas.microsoft.com/office/drawing/2014/main" id="{B67216CA-9A26-BBE7-68A3-9237D22CDFC8}"/>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676127296"/>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F4BC-D1E9-40F0-A26B-9EA9B6B69755}"/>
              </a:ext>
            </a:extLst>
          </p:cNvPr>
          <p:cNvSpPr>
            <a:spLocks noGrp="1"/>
          </p:cNvSpPr>
          <p:nvPr>
            <p:ph type="title"/>
          </p:nvPr>
        </p:nvSpPr>
        <p:spPr>
          <a:xfrm>
            <a:off x="420624" y="1081941"/>
            <a:ext cx="10515600" cy="2852737"/>
          </a:xfrm>
        </p:spPr>
        <p:txBody>
          <a:bodyPr anchor="b">
            <a:normAutofit/>
          </a:bodyPr>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F7974A6-FAB9-47DA-8F1A-701DFC8DF327}"/>
              </a:ext>
            </a:extLst>
          </p:cNvPr>
          <p:cNvSpPr>
            <a:spLocks noGrp="1"/>
          </p:cNvSpPr>
          <p:nvPr>
            <p:ph type="body" idx="1"/>
          </p:nvPr>
        </p:nvSpPr>
        <p:spPr>
          <a:xfrm>
            <a:off x="420624" y="3961666"/>
            <a:ext cx="10515600" cy="1500187"/>
          </a:xfrm>
        </p:spPr>
        <p:txBody>
          <a:bodyPr>
            <a:normAutofit/>
          </a:bodyPr>
          <a:lstStyle>
            <a:lvl1pPr marL="0" indent="0">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Date Placeholder 9">
            <a:extLst>
              <a:ext uri="{FF2B5EF4-FFF2-40B4-BE49-F238E27FC236}">
                <a16:creationId xmlns:a16="http://schemas.microsoft.com/office/drawing/2014/main" id="{6B034DD9-4A61-318F-88CF-79721B55AC5B}"/>
              </a:ext>
            </a:extLst>
          </p:cNvPr>
          <p:cNvSpPr>
            <a:spLocks noGrp="1"/>
          </p:cNvSpPr>
          <p:nvPr>
            <p:ph type="dt" sz="half" idx="10"/>
          </p:nvPr>
        </p:nvSpPr>
        <p:spPr/>
        <p:txBody>
          <a:bodyPr/>
          <a:lstStyle/>
          <a:p>
            <a:r>
              <a:rPr lang="en-US"/>
              <a:t>20XX</a:t>
            </a:r>
            <a:endParaRPr lang="en-US" dirty="0"/>
          </a:p>
        </p:txBody>
      </p:sp>
      <p:sp>
        <p:nvSpPr>
          <p:cNvPr id="11" name="Footer Placeholder 10">
            <a:extLst>
              <a:ext uri="{FF2B5EF4-FFF2-40B4-BE49-F238E27FC236}">
                <a16:creationId xmlns:a16="http://schemas.microsoft.com/office/drawing/2014/main" id="{D496DA99-E916-9F7C-9E88-AA06046AE94C}"/>
              </a:ext>
            </a:extLst>
          </p:cNvPr>
          <p:cNvSpPr>
            <a:spLocks noGrp="1"/>
          </p:cNvSpPr>
          <p:nvPr>
            <p:ph type="ftr" sz="quarter" idx="11"/>
          </p:nvPr>
        </p:nvSpPr>
        <p:spPr/>
        <p:txBody>
          <a:bodyPr/>
          <a:lstStyle/>
          <a:p>
            <a:r>
              <a:rPr lang="en-US"/>
              <a:t>Sample Footer Text</a:t>
            </a:r>
            <a:endParaRPr lang="en-US" dirty="0"/>
          </a:p>
        </p:txBody>
      </p:sp>
      <p:sp>
        <p:nvSpPr>
          <p:cNvPr id="12" name="Slide Number Placeholder 11">
            <a:extLst>
              <a:ext uri="{FF2B5EF4-FFF2-40B4-BE49-F238E27FC236}">
                <a16:creationId xmlns:a16="http://schemas.microsoft.com/office/drawing/2014/main" id="{21CC86B5-B6B3-4633-0D90-AACB44D0D409}"/>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84924909"/>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78F7F10-35F6-E392-D41B-3CD300D5CCF8}"/>
              </a:ext>
            </a:extLst>
          </p:cNvPr>
          <p:cNvSpPr/>
          <p:nvPr/>
        </p:nvSpPr>
        <p:spPr>
          <a:xfrm>
            <a:off x="0" y="685800"/>
            <a:ext cx="11494008"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264F76-994F-4AB5-B17B-46C0C2FA5AE5}"/>
              </a:ext>
            </a:extLst>
          </p:cNvPr>
          <p:cNvSpPr>
            <a:spLocks noGrp="1"/>
          </p:cNvSpPr>
          <p:nvPr>
            <p:ph type="title"/>
          </p:nvPr>
        </p:nvSpPr>
        <p:spPr/>
        <p:txBody>
          <a:bodyPr>
            <a:normAutofit/>
          </a:bodyPr>
          <a:lstStyle>
            <a:lvl1pPr>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5A69B3B-A540-4556-98C8-1F49704A794E}"/>
              </a:ext>
            </a:extLst>
          </p:cNvPr>
          <p:cNvSpPr>
            <a:spLocks noGrp="1"/>
          </p:cNvSpPr>
          <p:nvPr>
            <p:ph sz="half" idx="1"/>
          </p:nvPr>
        </p:nvSpPr>
        <p:spPr>
          <a:xfrm>
            <a:off x="420624" y="1825625"/>
            <a:ext cx="5181600" cy="4206382"/>
          </a:xfrm>
        </p:spPr>
        <p:txBody>
          <a:bodyPr vert="horz" lIns="91440" tIns="45720" rIns="91440" bIns="45720" rtlCol="0">
            <a:normAutofit/>
          </a:bodyPr>
          <a:lstStyle>
            <a:lvl1pPr>
              <a:defRPr lang="en-US" smtClean="0"/>
            </a:lvl1pPr>
            <a:lvl2pPr>
              <a:defRPr lang="en-US" smtClean="0"/>
            </a:lvl2pPr>
            <a:lvl3pPr>
              <a:defRPr lang="en-US" smtClean="0"/>
            </a:lvl3pPr>
            <a:lvl4pPr>
              <a:defRPr lang="en-US" smtClean="0"/>
            </a:lvl4pPr>
            <a:lvl5pPr>
              <a:defRPr lang="en-US" dirty="0"/>
            </a:lvl5pPr>
          </a:lstStyle>
          <a:p>
            <a:pPr lvl="0">
              <a:buChar char="¬"/>
            </a:pPr>
            <a:r>
              <a:rPr lang="en-US"/>
              <a:t>Click to edit Master text styles</a:t>
            </a:r>
          </a:p>
          <a:p>
            <a:pPr lvl="1">
              <a:buChar char="¬"/>
            </a:pPr>
            <a:r>
              <a:rPr lang="en-US"/>
              <a:t>Second level</a:t>
            </a:r>
          </a:p>
          <a:p>
            <a:pPr lvl="2">
              <a:buChar char="¬"/>
            </a:pPr>
            <a:r>
              <a:rPr lang="en-US"/>
              <a:t>Third level</a:t>
            </a:r>
          </a:p>
          <a:p>
            <a:pPr lvl="3">
              <a:buChar char="¬"/>
            </a:pPr>
            <a:r>
              <a:rPr lang="en-US"/>
              <a:t>Fourth level</a:t>
            </a:r>
          </a:p>
          <a:p>
            <a:pPr lvl="4">
              <a:buChar char="¬"/>
            </a:pPr>
            <a:r>
              <a:rPr lang="en-US"/>
              <a:t>Fifth level</a:t>
            </a:r>
            <a:endParaRPr lang="en-US" dirty="0"/>
          </a:p>
        </p:txBody>
      </p:sp>
      <p:sp>
        <p:nvSpPr>
          <p:cNvPr id="4" name="Content Placeholder 3">
            <a:extLst>
              <a:ext uri="{FF2B5EF4-FFF2-40B4-BE49-F238E27FC236}">
                <a16:creationId xmlns:a16="http://schemas.microsoft.com/office/drawing/2014/main" id="{DEC72438-7C63-48F2-9D6F-2461BFD6D5E5}"/>
              </a:ext>
            </a:extLst>
          </p:cNvPr>
          <p:cNvSpPr>
            <a:spLocks noGrp="1"/>
          </p:cNvSpPr>
          <p:nvPr>
            <p:ph sz="half" idx="2"/>
          </p:nvPr>
        </p:nvSpPr>
        <p:spPr>
          <a:xfrm>
            <a:off x="5756178" y="1825625"/>
            <a:ext cx="5180046" cy="4206382"/>
          </a:xfrm>
        </p:spPr>
        <p:txBody>
          <a:bodyPr/>
          <a:lstStyle>
            <a:lvl1pPr marL="228600" indent="-228600">
              <a:buFont typeface="Wingdings 2" panose="05020102010507070707" pitchFamily="18" charset="2"/>
              <a:buChar char="¬"/>
              <a:defRPr/>
            </a:lvl1pPr>
            <a:lvl2pPr marL="685800" indent="-228600">
              <a:buFont typeface="Wingdings 2" panose="05020102010507070707" pitchFamily="18" charset="2"/>
              <a:buChar char="¬"/>
              <a:defRPr/>
            </a:lvl2pPr>
            <a:lvl3pPr marL="1143000" indent="-228600">
              <a:buFont typeface="Wingdings 2" panose="05020102010507070707" pitchFamily="18" charset="2"/>
              <a:buChar char="¬"/>
              <a:defRPr/>
            </a:lvl3pPr>
            <a:lvl4pPr marL="1600200" indent="-228600">
              <a:buFont typeface="Wingdings 2" panose="05020102010507070707" pitchFamily="18" charset="2"/>
              <a:buChar char="¬"/>
              <a:defRPr/>
            </a:lvl4pPr>
            <a:lvl5pPr marL="2057400" indent="-228600">
              <a:buFont typeface="Wingdings 2" panose="05020102010507070707" pitchFamily="18"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Date Placeholder 14">
            <a:extLst>
              <a:ext uri="{FF2B5EF4-FFF2-40B4-BE49-F238E27FC236}">
                <a16:creationId xmlns:a16="http://schemas.microsoft.com/office/drawing/2014/main" id="{35274CEC-210E-BC97-9B79-A7D801E4B5F6}"/>
              </a:ext>
            </a:extLst>
          </p:cNvPr>
          <p:cNvSpPr>
            <a:spLocks noGrp="1"/>
          </p:cNvSpPr>
          <p:nvPr>
            <p:ph type="dt" sz="half" idx="10"/>
          </p:nvPr>
        </p:nvSpPr>
        <p:spPr/>
        <p:txBody>
          <a:bodyPr/>
          <a:lstStyle/>
          <a:p>
            <a:r>
              <a:rPr lang="en-US"/>
              <a:t>20XX</a:t>
            </a:r>
            <a:endParaRPr lang="en-US" dirty="0"/>
          </a:p>
        </p:txBody>
      </p:sp>
      <p:sp>
        <p:nvSpPr>
          <p:cNvPr id="16" name="Footer Placeholder 15">
            <a:extLst>
              <a:ext uri="{FF2B5EF4-FFF2-40B4-BE49-F238E27FC236}">
                <a16:creationId xmlns:a16="http://schemas.microsoft.com/office/drawing/2014/main" id="{486B3D53-F805-C08E-2359-498218FC6898}"/>
              </a:ext>
            </a:extLst>
          </p:cNvPr>
          <p:cNvSpPr>
            <a:spLocks noGrp="1"/>
          </p:cNvSpPr>
          <p:nvPr>
            <p:ph type="ftr" sz="quarter" idx="11"/>
          </p:nvPr>
        </p:nvSpPr>
        <p:spPr/>
        <p:txBody>
          <a:bodyPr/>
          <a:lstStyle/>
          <a:p>
            <a:r>
              <a:rPr lang="en-US"/>
              <a:t>Sample Footer Text</a:t>
            </a:r>
            <a:endParaRPr lang="en-US" dirty="0"/>
          </a:p>
        </p:txBody>
      </p:sp>
      <p:sp>
        <p:nvSpPr>
          <p:cNvPr id="17" name="Slide Number Placeholder 16">
            <a:extLst>
              <a:ext uri="{FF2B5EF4-FFF2-40B4-BE49-F238E27FC236}">
                <a16:creationId xmlns:a16="http://schemas.microsoft.com/office/drawing/2014/main" id="{61C4695B-D7BD-45F7-EB23-6FDAF2410BB2}"/>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12561204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A1F52B7-5271-53AA-8260-0CF50FF8DA3C}"/>
              </a:ext>
            </a:extLst>
          </p:cNvPr>
          <p:cNvSpPr/>
          <p:nvPr/>
        </p:nvSpPr>
        <p:spPr>
          <a:xfrm>
            <a:off x="0" y="685800"/>
            <a:ext cx="11494008"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2F9955-0460-4A20-8FC6-300595560010}"/>
              </a:ext>
            </a:extLst>
          </p:cNvPr>
          <p:cNvSpPr>
            <a:spLocks noGrp="1"/>
          </p:cNvSpPr>
          <p:nvPr>
            <p:ph type="title"/>
          </p:nvPr>
        </p:nvSpPr>
        <p:spPr>
          <a:xfrm>
            <a:off x="422178" y="365125"/>
            <a:ext cx="10515600" cy="1325563"/>
          </a:xfrm>
        </p:spPr>
        <p:txBody>
          <a:bodyPr>
            <a:normAutofit/>
          </a:bodyPr>
          <a:lstStyle>
            <a:lvl1pPr>
              <a:defRPr sz="52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F95DDA7-4AAD-4EBE-880C-200E5F10A6C4}"/>
              </a:ext>
            </a:extLst>
          </p:cNvPr>
          <p:cNvSpPr>
            <a:spLocks noGrp="1"/>
          </p:cNvSpPr>
          <p:nvPr>
            <p:ph type="body" idx="1"/>
          </p:nvPr>
        </p:nvSpPr>
        <p:spPr>
          <a:xfrm>
            <a:off x="422178" y="1681163"/>
            <a:ext cx="5157787"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717496-E470-4CF6-884C-F07390A4688A}"/>
              </a:ext>
            </a:extLst>
          </p:cNvPr>
          <p:cNvSpPr>
            <a:spLocks noGrp="1"/>
          </p:cNvSpPr>
          <p:nvPr>
            <p:ph sz="half" idx="2"/>
          </p:nvPr>
        </p:nvSpPr>
        <p:spPr>
          <a:xfrm>
            <a:off x="422178" y="2505075"/>
            <a:ext cx="5157787" cy="3526932"/>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8C438EA-D381-4F22-A911-ECDD6D04FB33}"/>
              </a:ext>
            </a:extLst>
          </p:cNvPr>
          <p:cNvSpPr>
            <a:spLocks noGrp="1"/>
          </p:cNvSpPr>
          <p:nvPr>
            <p:ph type="body" sz="quarter" idx="3"/>
          </p:nvPr>
        </p:nvSpPr>
        <p:spPr>
          <a:xfrm>
            <a:off x="5754590" y="1681163"/>
            <a:ext cx="5183188"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F255FA-A04D-49F2-8DB4-3CC082D0DBC8}"/>
              </a:ext>
            </a:extLst>
          </p:cNvPr>
          <p:cNvSpPr>
            <a:spLocks noGrp="1"/>
          </p:cNvSpPr>
          <p:nvPr>
            <p:ph sz="quarter" idx="4"/>
          </p:nvPr>
        </p:nvSpPr>
        <p:spPr>
          <a:xfrm>
            <a:off x="5754590" y="2505075"/>
            <a:ext cx="5183188" cy="3526932"/>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7198C3F1-4E77-7888-CDB8-CF9406E4A2E0}"/>
              </a:ext>
            </a:extLst>
          </p:cNvPr>
          <p:cNvSpPr>
            <a:spLocks noGrp="1"/>
          </p:cNvSpPr>
          <p:nvPr>
            <p:ph type="dt" sz="half" idx="10"/>
          </p:nvPr>
        </p:nvSpPr>
        <p:spPr/>
        <p:txBody>
          <a:bodyPr/>
          <a:lstStyle/>
          <a:p>
            <a:r>
              <a:rPr lang="en-US"/>
              <a:t>20XX</a:t>
            </a:r>
            <a:endParaRPr lang="en-US" dirty="0"/>
          </a:p>
        </p:txBody>
      </p:sp>
      <p:sp>
        <p:nvSpPr>
          <p:cNvPr id="11" name="Footer Placeholder 10">
            <a:extLst>
              <a:ext uri="{FF2B5EF4-FFF2-40B4-BE49-F238E27FC236}">
                <a16:creationId xmlns:a16="http://schemas.microsoft.com/office/drawing/2014/main" id="{493561D3-90F6-AD82-BCFE-90F9427D867B}"/>
              </a:ext>
            </a:extLst>
          </p:cNvPr>
          <p:cNvSpPr>
            <a:spLocks noGrp="1"/>
          </p:cNvSpPr>
          <p:nvPr>
            <p:ph type="ftr" sz="quarter" idx="11"/>
          </p:nvPr>
        </p:nvSpPr>
        <p:spPr/>
        <p:txBody>
          <a:bodyPr/>
          <a:lstStyle/>
          <a:p>
            <a:r>
              <a:rPr lang="en-US"/>
              <a:t>Sample Footer Text</a:t>
            </a:r>
            <a:endParaRPr lang="en-US" dirty="0"/>
          </a:p>
        </p:txBody>
      </p:sp>
      <p:sp>
        <p:nvSpPr>
          <p:cNvPr id="12" name="Slide Number Placeholder 11">
            <a:extLst>
              <a:ext uri="{FF2B5EF4-FFF2-40B4-BE49-F238E27FC236}">
                <a16:creationId xmlns:a16="http://schemas.microsoft.com/office/drawing/2014/main" id="{932F9B33-3FA7-526F-7B45-342EB64A1CDB}"/>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419146545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F235-FBFF-453E-B90A-5758ED47C7B0}"/>
              </a:ext>
            </a:extLst>
          </p:cNvPr>
          <p:cNvSpPr>
            <a:spLocks noGrp="1"/>
          </p:cNvSpPr>
          <p:nvPr>
            <p:ph type="title"/>
          </p:nvPr>
        </p:nvSpPr>
        <p:spPr>
          <a:xfrm>
            <a:off x="420624" y="938306"/>
            <a:ext cx="10515600" cy="1325563"/>
          </a:xfrm>
        </p:spPr>
        <p:txBody>
          <a:bodyPr>
            <a:normAutofit/>
          </a:bodyPr>
          <a:lstStyle>
            <a:lvl1pPr>
              <a:defRPr sz="5200"/>
            </a:lvl1pPr>
          </a:lstStyle>
          <a:p>
            <a:r>
              <a:rPr lang="en-US"/>
              <a:t>Click to edit Master title style</a:t>
            </a:r>
            <a:endParaRPr lang="en-US" dirty="0"/>
          </a:p>
        </p:txBody>
      </p:sp>
      <p:sp>
        <p:nvSpPr>
          <p:cNvPr id="8" name="Date Placeholder 7">
            <a:extLst>
              <a:ext uri="{FF2B5EF4-FFF2-40B4-BE49-F238E27FC236}">
                <a16:creationId xmlns:a16="http://schemas.microsoft.com/office/drawing/2014/main" id="{A9328E63-E075-39E2-BAA7-30CCAE2E779E}"/>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2A5894A5-0E01-F43E-C68A-2EFAB2EB89D8}"/>
              </a:ext>
            </a:extLst>
          </p:cNvPr>
          <p:cNvSpPr>
            <a:spLocks noGrp="1"/>
          </p:cNvSpPr>
          <p:nvPr>
            <p:ph type="ftr" sz="quarter" idx="11"/>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7250128C-CE40-2B40-1B89-7E9AAAAC4393}"/>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43750277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E281B99-C6A0-F92A-BDD3-BB362196501C}"/>
              </a:ext>
            </a:extLst>
          </p:cNvPr>
          <p:cNvSpPr/>
          <p:nvPr/>
        </p:nvSpPr>
        <p:spPr>
          <a:xfrm>
            <a:off x="0"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Rectangle 2">
            <a:extLst>
              <a:ext uri="{FF2B5EF4-FFF2-40B4-BE49-F238E27FC236}">
                <a16:creationId xmlns:a16="http://schemas.microsoft.com/office/drawing/2014/main" id="{3EB8367C-67E1-A50A-1584-F859A6FED9C9}"/>
              </a:ext>
            </a:extLst>
          </p:cNvPr>
          <p:cNvSpPr/>
          <p:nvPr/>
        </p:nvSpPr>
        <p:spPr>
          <a:xfrm>
            <a:off x="0" y="0"/>
            <a:ext cx="12188952" cy="6858000"/>
          </a:xfrm>
          <a:prstGeom prst="rect">
            <a:avLst/>
          </a:prstGeom>
          <a:solidFill>
            <a:schemeClr val="bg2">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Date Placeholder 4">
            <a:extLst>
              <a:ext uri="{FF2B5EF4-FFF2-40B4-BE49-F238E27FC236}">
                <a16:creationId xmlns:a16="http://schemas.microsoft.com/office/drawing/2014/main" id="{2ABB8861-51D7-741E-6B2C-25412D40E5BD}"/>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63D69A2F-0657-B33B-8334-C458A9538368}"/>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EB4FC84-48ED-0480-2497-FCD84C1276C6}"/>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012314726"/>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12261-8522-4437-B612-7C7100D18896}"/>
              </a:ext>
            </a:extLst>
          </p:cNvPr>
          <p:cNvSpPr>
            <a:spLocks noGrp="1"/>
          </p:cNvSpPr>
          <p:nvPr>
            <p:ph type="title"/>
          </p:nvPr>
        </p:nvSpPr>
        <p:spPr>
          <a:xfrm>
            <a:off x="420624" y="457200"/>
            <a:ext cx="10512425" cy="1600200"/>
          </a:xfrm>
        </p:spPr>
        <p:txBody>
          <a:bodyPr anchor="b">
            <a:normAutofit/>
          </a:bodyPr>
          <a:lstStyle>
            <a:lvl1pPr>
              <a:defRPr sz="5200">
                <a:latin typeface="Dante (Headings)2"/>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1BAA0AF-3F50-42BD-84B4-E70C3D004FB2}"/>
              </a:ext>
            </a:extLst>
          </p:cNvPr>
          <p:cNvSpPr>
            <a:spLocks noGrp="1"/>
          </p:cNvSpPr>
          <p:nvPr>
            <p:ph idx="1"/>
          </p:nvPr>
        </p:nvSpPr>
        <p:spPr>
          <a:xfrm>
            <a:off x="4782830" y="2199340"/>
            <a:ext cx="6172200" cy="3661710"/>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699C702B-2C4D-4590-8BEE-31940145C77A}"/>
              </a:ext>
            </a:extLst>
          </p:cNvPr>
          <p:cNvSpPr>
            <a:spLocks noGrp="1"/>
          </p:cNvSpPr>
          <p:nvPr>
            <p:ph type="body" sz="half" idx="2"/>
          </p:nvPr>
        </p:nvSpPr>
        <p:spPr>
          <a:xfrm>
            <a:off x="420624" y="2199340"/>
            <a:ext cx="3932237"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23F37370-7C05-0AAE-A0C3-9EE620A84EBB}"/>
              </a:ext>
            </a:extLst>
          </p:cNvPr>
          <p:cNvSpPr>
            <a:spLocks noGrp="1"/>
          </p:cNvSpPr>
          <p:nvPr>
            <p:ph type="dt" sz="half" idx="10"/>
          </p:nvPr>
        </p:nvSpPr>
        <p:spPr/>
        <p:txBody>
          <a:bodyPr/>
          <a:lstStyle/>
          <a:p>
            <a:r>
              <a:rPr lang="en-US"/>
              <a:t>20XX</a:t>
            </a:r>
            <a:endParaRPr lang="en-US" dirty="0"/>
          </a:p>
        </p:txBody>
      </p:sp>
      <p:sp>
        <p:nvSpPr>
          <p:cNvPr id="9" name="Footer Placeholder 8">
            <a:extLst>
              <a:ext uri="{FF2B5EF4-FFF2-40B4-BE49-F238E27FC236}">
                <a16:creationId xmlns:a16="http://schemas.microsoft.com/office/drawing/2014/main" id="{0900B8E3-39E6-A88A-BBFB-717596EB347E}"/>
              </a:ext>
            </a:extLst>
          </p:cNvPr>
          <p:cNvSpPr>
            <a:spLocks noGrp="1"/>
          </p:cNvSpPr>
          <p:nvPr>
            <p:ph type="ftr" sz="quarter" idx="11"/>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348E340D-1840-D987-3EEA-963BDDE31400}"/>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48105018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334B-3019-4CA1-B658-779001922412}"/>
              </a:ext>
            </a:extLst>
          </p:cNvPr>
          <p:cNvSpPr>
            <a:spLocks noGrp="1"/>
          </p:cNvSpPr>
          <p:nvPr>
            <p:ph type="title"/>
          </p:nvPr>
        </p:nvSpPr>
        <p:spPr>
          <a:xfrm>
            <a:off x="420624" y="457200"/>
            <a:ext cx="3932237" cy="1600200"/>
          </a:xfrm>
        </p:spPr>
        <p:txBody>
          <a:bodyPr anchor="b">
            <a:normAutofit/>
          </a:bodyPr>
          <a:lstStyle>
            <a:lvl1pPr>
              <a:defRPr sz="4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AFD3CC12-FD6B-41A3-BF67-D600CC4383A3}"/>
              </a:ext>
            </a:extLst>
          </p:cNvPr>
          <p:cNvSpPr>
            <a:spLocks noGrp="1"/>
          </p:cNvSpPr>
          <p:nvPr>
            <p:ph type="pic" idx="1"/>
          </p:nvPr>
        </p:nvSpPr>
        <p:spPr>
          <a:xfrm>
            <a:off x="4781276" y="987425"/>
            <a:ext cx="6172200" cy="4873625"/>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0DDB2BD5-DC18-460B-BFCC-5B2447D2B094}"/>
              </a:ext>
            </a:extLst>
          </p:cNvPr>
          <p:cNvSpPr>
            <a:spLocks noGrp="1"/>
          </p:cNvSpPr>
          <p:nvPr>
            <p:ph type="body" sz="half" idx="2"/>
          </p:nvPr>
        </p:nvSpPr>
        <p:spPr>
          <a:xfrm>
            <a:off x="420624" y="2199340"/>
            <a:ext cx="3932237"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90F28E44-58BB-553B-BBD0-F292C66CCA94}"/>
              </a:ext>
            </a:extLst>
          </p:cNvPr>
          <p:cNvSpPr>
            <a:spLocks noGrp="1"/>
          </p:cNvSpPr>
          <p:nvPr>
            <p:ph type="dt" sz="half" idx="10"/>
          </p:nvPr>
        </p:nvSpPr>
        <p:spPr/>
        <p:txBody>
          <a:bodyPr/>
          <a:lstStyle/>
          <a:p>
            <a:r>
              <a:rPr lang="en-US"/>
              <a:t>20XX</a:t>
            </a:r>
            <a:endParaRPr lang="en-US" dirty="0"/>
          </a:p>
        </p:txBody>
      </p:sp>
      <p:sp>
        <p:nvSpPr>
          <p:cNvPr id="10" name="Footer Placeholder 9">
            <a:extLst>
              <a:ext uri="{FF2B5EF4-FFF2-40B4-BE49-F238E27FC236}">
                <a16:creationId xmlns:a16="http://schemas.microsoft.com/office/drawing/2014/main" id="{8F22D156-E5FE-F118-0553-B401F19652DE}"/>
              </a:ext>
            </a:extLst>
          </p:cNvPr>
          <p:cNvSpPr>
            <a:spLocks noGrp="1"/>
          </p:cNvSpPr>
          <p:nvPr>
            <p:ph type="ftr" sz="quarter" idx="11"/>
          </p:nvPr>
        </p:nvSpPr>
        <p:spPr/>
        <p:txBody>
          <a:bodyPr/>
          <a:lstStyle/>
          <a:p>
            <a:r>
              <a:rPr lang="en-US"/>
              <a:t>Sample Footer Text</a:t>
            </a:r>
            <a:endParaRPr lang="en-US" dirty="0"/>
          </a:p>
        </p:txBody>
      </p:sp>
      <p:sp>
        <p:nvSpPr>
          <p:cNvPr id="11" name="Slide Number Placeholder 10">
            <a:extLst>
              <a:ext uri="{FF2B5EF4-FFF2-40B4-BE49-F238E27FC236}">
                <a16:creationId xmlns:a16="http://schemas.microsoft.com/office/drawing/2014/main" id="{88AEE0A6-6120-9BA2-5751-E0E2D8CF0F58}"/>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1346399150"/>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D930A-6467-4C46-BA13-A0F5EC12FF67}"/>
              </a:ext>
            </a:extLst>
          </p:cNvPr>
          <p:cNvSpPr>
            <a:spLocks noGrp="1"/>
          </p:cNvSpPr>
          <p:nvPr>
            <p:ph type="title"/>
          </p:nvPr>
        </p:nvSpPr>
        <p:spPr/>
        <p:txBody>
          <a:bodyPr>
            <a:normAutofit/>
          </a:bodyPr>
          <a:lstStyle>
            <a:lvl1pPr>
              <a:defRPr sz="5200"/>
            </a:lvl1p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841977A-7872-4BE8-8C5C-D2099BEDBB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B2268C47-2910-B99C-EC67-F6649ADC29A4}"/>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D8019515-4A04-FBE0-E89C-86ECBB7E98A8}"/>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C3D9C272-2490-C827-9BE5-9CEE41850423}"/>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95805413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76A9FC-D582-4FC8-B641-9F77B4DD15B7}"/>
              </a:ext>
            </a:extLst>
          </p:cNvPr>
          <p:cNvSpPr>
            <a:spLocks noGrp="1"/>
          </p:cNvSpPr>
          <p:nvPr>
            <p:ph type="title" orient="vert"/>
          </p:nvPr>
        </p:nvSpPr>
        <p:spPr>
          <a:xfrm>
            <a:off x="832613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23A1683-12F6-4BA6-AD1A-F98C60951452}"/>
              </a:ext>
            </a:extLst>
          </p:cNvPr>
          <p:cNvSpPr>
            <a:spLocks noGrp="1"/>
          </p:cNvSpPr>
          <p:nvPr>
            <p:ph type="body" orient="vert" idx="1"/>
          </p:nvPr>
        </p:nvSpPr>
        <p:spPr>
          <a:xfrm>
            <a:off x="43943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DBFF68BE-C313-C839-B719-0339AC3444DF}"/>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A14F4E5F-FFF4-F934-3DD9-134F8D24262D}"/>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6CFE0F82-88EB-FAE2-FC02-99D5EE30110A}"/>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805207414"/>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F7D84AA-0BCE-9C85-4510-34EBAE061790}"/>
              </a:ext>
              <a:ext uri="{C183D7F6-B498-43B3-948B-1728B52AA6E4}">
                <adec:decorative xmlns:adec="http://schemas.microsoft.com/office/drawing/2017/decorative" val="1"/>
              </a:ext>
            </a:extLst>
          </p:cNvPr>
          <p:cNvGrpSpPr/>
          <p:nvPr userDrawn="1"/>
        </p:nvGrpSpPr>
        <p:grpSpPr>
          <a:xfrm>
            <a:off x="-1524" y="708955"/>
            <a:ext cx="12193526" cy="5463893"/>
            <a:chOff x="-1524" y="708955"/>
            <a:chExt cx="12193526" cy="5463893"/>
          </a:xfrm>
        </p:grpSpPr>
        <p:sp>
          <p:nvSpPr>
            <p:cNvPr id="5" name="Rectangle 4">
              <a:extLst>
                <a:ext uri="{FF2B5EF4-FFF2-40B4-BE49-F238E27FC236}">
                  <a16:creationId xmlns:a16="http://schemas.microsoft.com/office/drawing/2014/main" id="{E41002A6-9DB7-26A1-2425-8C496B953CA4}"/>
                </a:ext>
              </a:extLst>
            </p:cNvPr>
            <p:cNvSpPr/>
            <p:nvPr userDrawn="1"/>
          </p:nvSpPr>
          <p:spPr>
            <a:xfrm>
              <a:off x="-1524" y="709613"/>
              <a:ext cx="12192000" cy="5463235"/>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Graphic 24">
              <a:extLst>
                <a:ext uri="{FF2B5EF4-FFF2-40B4-BE49-F238E27FC236}">
                  <a16:creationId xmlns:a16="http://schemas.microsoft.com/office/drawing/2014/main" id="{9F029623-B14D-1CDC-9D8F-47D563937B5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3670" t="-7182" r="-9886" b="52046"/>
            <a:stretch/>
          </p:blipFill>
          <p:spPr>
            <a:xfrm>
              <a:off x="-1" y="1162050"/>
              <a:ext cx="5568949" cy="5009032"/>
            </a:xfrm>
            <a:prstGeom prst="rect">
              <a:avLst/>
            </a:prstGeom>
          </p:spPr>
        </p:pic>
        <p:pic>
          <p:nvPicPr>
            <p:cNvPr id="26" name="Graphic 25">
              <a:extLst>
                <a:ext uri="{FF2B5EF4-FFF2-40B4-BE49-F238E27FC236}">
                  <a16:creationId xmlns:a16="http://schemas.microsoft.com/office/drawing/2014/main" id="{B4D8031F-ED2A-8D7E-D369-6BF3256FE3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6" t="-7183" r="44925" b="48899"/>
            <a:stretch/>
          </p:blipFill>
          <p:spPr>
            <a:xfrm rot="16200000">
              <a:off x="7239292" y="366674"/>
              <a:ext cx="4610430" cy="5294991"/>
            </a:xfrm>
            <a:prstGeom prst="rect">
              <a:avLst/>
            </a:prstGeom>
          </p:spPr>
        </p:pic>
      </p:grpSp>
      <p:cxnSp>
        <p:nvCxnSpPr>
          <p:cNvPr id="15" name="Straight Connector 14">
            <a:extLst>
              <a:ext uri="{FF2B5EF4-FFF2-40B4-BE49-F238E27FC236}">
                <a16:creationId xmlns:a16="http://schemas.microsoft.com/office/drawing/2014/main" id="{8A28D3FB-54EA-410D-A062-8F118E5D0CD7}"/>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593477A-1279-4BCC-8257-14CC2361F898}"/>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97F04C86-E215-DFBB-8302-70BCCDFC2DB8}"/>
              </a:ext>
              <a:ext uri="{C183D7F6-B498-43B3-948B-1728B52AA6E4}">
                <adec:decorative xmlns:adec="http://schemas.microsoft.com/office/drawing/2017/decorative" val="1"/>
              </a:ext>
            </a:extLst>
          </p:cNvPr>
          <p:cNvCxnSpPr>
            <a:cxnSpLocks/>
          </p:cNvCxnSpPr>
          <p:nvPr userDrawn="1"/>
        </p:nvCxnSpPr>
        <p:spPr>
          <a:xfrm>
            <a:off x="0" y="708956"/>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F29577F-647F-5850-5636-6ED05B99595F}"/>
              </a:ext>
              <a:ext uri="{C183D7F6-B498-43B3-948B-1728B52AA6E4}">
                <adec:decorative xmlns:adec="http://schemas.microsoft.com/office/drawing/2017/decorative" val="1"/>
              </a:ext>
            </a:extLst>
          </p:cNvPr>
          <p:cNvCxnSpPr>
            <a:cxnSpLocks/>
          </p:cNvCxnSpPr>
          <p:nvPr userDrawn="1"/>
        </p:nvCxnSpPr>
        <p:spPr>
          <a:xfrm flipV="1">
            <a:off x="69482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CBFB4F-DC16-FC59-E9E7-B92910449EB8}"/>
              </a:ext>
              <a:ext uri="{C183D7F6-B498-43B3-948B-1728B52AA6E4}">
                <adec:decorative xmlns:adec="http://schemas.microsoft.com/office/drawing/2017/decorative" val="1"/>
              </a:ext>
            </a:extLst>
          </p:cNvPr>
          <p:cNvCxnSpPr>
            <a:cxnSpLocks/>
          </p:cNvCxnSpPr>
          <p:nvPr userDrawn="1"/>
        </p:nvCxnSpPr>
        <p:spPr>
          <a:xfrm>
            <a:off x="0" y="616429"/>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3690604-E7DB-AFA3-7E13-CAFF46FF50F6}"/>
              </a:ext>
              <a:ext uri="{C183D7F6-B498-43B3-948B-1728B52AA6E4}">
                <adec:decorative xmlns:adec="http://schemas.microsoft.com/office/drawing/2017/decorative" val="1"/>
              </a:ext>
            </a:extLst>
          </p:cNvPr>
          <p:cNvCxnSpPr>
            <a:cxnSpLocks/>
          </p:cNvCxnSpPr>
          <p:nvPr userDrawn="1"/>
        </p:nvCxnSpPr>
        <p:spPr>
          <a:xfrm>
            <a:off x="0" y="627968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E2874C2-BA39-4778-DC11-487CC4FCADC3}"/>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6D6334D-FB4A-4843-F2FB-1CAC50021C4D}"/>
              </a:ext>
              <a:ext uri="{C183D7F6-B498-43B3-948B-1728B52AA6E4}">
                <adec:decorative xmlns:adec="http://schemas.microsoft.com/office/drawing/2017/decorative" val="1"/>
              </a:ext>
            </a:extLst>
          </p:cNvPr>
          <p:cNvCxnSpPr>
            <a:cxnSpLocks/>
          </p:cNvCxnSpPr>
          <p:nvPr userDrawn="1"/>
        </p:nvCxnSpPr>
        <p:spPr>
          <a:xfrm flipV="1">
            <a:off x="58695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FC043C06-5053-E291-E708-44B684DC523C}"/>
              </a:ext>
            </a:extLst>
          </p:cNvPr>
          <p:cNvSpPr>
            <a:spLocks noGrp="1"/>
          </p:cNvSpPr>
          <p:nvPr>
            <p:ph type="title" hasCustomPrompt="1"/>
          </p:nvPr>
        </p:nvSpPr>
        <p:spPr>
          <a:xfrm>
            <a:off x="1828932" y="1115167"/>
            <a:ext cx="8534136" cy="4655385"/>
          </a:xfrm>
        </p:spPr>
        <p:txBody>
          <a:bodyPr>
            <a:noAutofit/>
          </a:bodyPr>
          <a:lstStyle>
            <a:lvl1pPr algn="ctr">
              <a:defRPr sz="7200"/>
            </a:lvl1pPr>
          </a:lstStyle>
          <a:p>
            <a:r>
              <a:rPr lang="en-US" dirty="0"/>
              <a:t>Click to add title</a:t>
            </a:r>
          </a:p>
        </p:txBody>
      </p:sp>
    </p:spTree>
    <p:extLst>
      <p:ext uri="{BB962C8B-B14F-4D97-AF65-F5344CB8AC3E}">
        <p14:creationId xmlns:p14="http://schemas.microsoft.com/office/powerpoint/2010/main" val="12682488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F9E0CFE-F27B-4D50-AA2F-7146CA90E1F0}"/>
              </a:ext>
              <a:ext uri="{C183D7F6-B498-43B3-948B-1728B52AA6E4}">
                <adec:decorative xmlns:adec="http://schemas.microsoft.com/office/drawing/2017/decorative" val="1"/>
              </a:ext>
            </a:extLst>
          </p:cNvPr>
          <p:cNvSpPr/>
          <p:nvPr userDrawn="1"/>
        </p:nvSpPr>
        <p:spPr>
          <a:xfrm>
            <a:off x="3048" y="2138289"/>
            <a:ext cx="12188952" cy="4033912"/>
          </a:xfrm>
          <a:prstGeom prst="rect">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2C488A36-B0CB-7B46-C2A6-BA57D39EC479}"/>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27860" r="37853" b="27738"/>
          <a:stretch/>
        </p:blipFill>
        <p:spPr>
          <a:xfrm>
            <a:off x="6962087" y="2143124"/>
            <a:ext cx="5226865" cy="4033839"/>
          </a:xfrm>
          <a:prstGeom prst="rect">
            <a:avLst/>
          </a:prstGeom>
        </p:spPr>
      </p:pic>
      <p:sp>
        <p:nvSpPr>
          <p:cNvPr id="16" name="Title 1">
            <a:extLst>
              <a:ext uri="{FF2B5EF4-FFF2-40B4-BE49-F238E27FC236}">
                <a16:creationId xmlns:a16="http://schemas.microsoft.com/office/drawing/2014/main" id="{A8614BA2-9387-F1B5-B7DB-B34DAE90FEDE}"/>
              </a:ext>
            </a:extLst>
          </p:cNvPr>
          <p:cNvSpPr>
            <a:spLocks noGrp="1"/>
          </p:cNvSpPr>
          <p:nvPr>
            <p:ph type="title" hasCustomPrompt="1"/>
          </p:nvPr>
        </p:nvSpPr>
        <p:spPr>
          <a:xfrm>
            <a:off x="422177" y="365125"/>
            <a:ext cx="10778937" cy="1325563"/>
          </a:xfrm>
        </p:spPr>
        <p:txBody>
          <a:bodyPr>
            <a:normAutofit/>
          </a:bodyPr>
          <a:lstStyle>
            <a:lvl1pPr>
              <a:defRPr sz="4400"/>
            </a:lvl1pPr>
          </a:lstStyle>
          <a:p>
            <a:r>
              <a:rPr lang="en-US" dirty="0"/>
              <a:t>Click to add title</a:t>
            </a:r>
          </a:p>
        </p:txBody>
      </p:sp>
      <p:sp>
        <p:nvSpPr>
          <p:cNvPr id="12" name="Content Placeholder 2">
            <a:extLst>
              <a:ext uri="{FF2B5EF4-FFF2-40B4-BE49-F238E27FC236}">
                <a16:creationId xmlns:a16="http://schemas.microsoft.com/office/drawing/2014/main" id="{6994EC89-4FAE-445C-A6E8-D55E4A34DE4E}"/>
              </a:ext>
            </a:extLst>
          </p:cNvPr>
          <p:cNvSpPr>
            <a:spLocks noGrp="1"/>
          </p:cNvSpPr>
          <p:nvPr>
            <p:ph idx="1" hasCustomPrompt="1"/>
          </p:nvPr>
        </p:nvSpPr>
        <p:spPr>
          <a:xfrm>
            <a:off x="422899" y="2350108"/>
            <a:ext cx="10778221" cy="3609461"/>
          </a:xfrm>
        </p:spPr>
        <p:txBody>
          <a:bodyPr anchor="ctr" anchorCtr="0">
            <a:normAutofit/>
          </a:bodyPr>
          <a:lstStyle>
            <a:lvl1pPr>
              <a:buNone/>
              <a:defRPr sz="2400"/>
            </a:lvl1pPr>
            <a:lvl2pPr>
              <a:defRPr sz="2400"/>
            </a:lvl2pPr>
            <a:lvl3pPr>
              <a:defRPr sz="2400"/>
            </a:lvl3pPr>
            <a:lvl4pPr>
              <a:defRPr sz="2400"/>
            </a:lvl4pPr>
            <a:lvl5pP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endParaRPr lang="en-US" sz="1800" dirty="0">
              <a:solidFill>
                <a:schemeClr val="tx1"/>
              </a:solidFill>
            </a:endParaRPr>
          </a:p>
        </p:txBody>
      </p:sp>
      <p:cxnSp>
        <p:nvCxnSpPr>
          <p:cNvPr id="14" name="Straight Connector 13">
            <a:extLst>
              <a:ext uri="{FF2B5EF4-FFF2-40B4-BE49-F238E27FC236}">
                <a16:creationId xmlns:a16="http://schemas.microsoft.com/office/drawing/2014/main" id="{09ECF93F-3E86-4C44-BAF1-ADE160CADF49}"/>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7A80DA6A-71F3-6286-F60A-EEEC9188718C}"/>
              </a:ext>
            </a:extLst>
          </p:cNvPr>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cxnSp>
        <p:nvCxnSpPr>
          <p:cNvPr id="3" name="Straight Connector 2">
            <a:extLst>
              <a:ext uri="{FF2B5EF4-FFF2-40B4-BE49-F238E27FC236}">
                <a16:creationId xmlns:a16="http://schemas.microsoft.com/office/drawing/2014/main" id="{75F98B46-5DFC-3487-EB05-148905CA6507}"/>
              </a:ext>
              <a:ext uri="{C183D7F6-B498-43B3-948B-1728B52AA6E4}">
                <adec:decorative xmlns:adec="http://schemas.microsoft.com/office/drawing/2017/decorative" val="1"/>
              </a:ext>
            </a:extLst>
          </p:cNvPr>
          <p:cNvCxnSpPr>
            <a:cxnSpLocks/>
          </p:cNvCxnSpPr>
          <p:nvPr userDrawn="1"/>
        </p:nvCxnSpPr>
        <p:spPr>
          <a:xfrm>
            <a:off x="0" y="2138288"/>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5D768F8E-3DFF-8D92-E3CF-5AE5F6DA5422}"/>
              </a:ext>
              <a:ext uri="{C183D7F6-B498-43B3-948B-1728B52AA6E4}">
                <adec:decorative xmlns:adec="http://schemas.microsoft.com/office/drawing/2017/decorative" val="1"/>
              </a:ext>
            </a:extLst>
          </p:cNvPr>
          <p:cNvCxnSpPr>
            <a:cxnSpLocks/>
          </p:cNvCxnSpPr>
          <p:nvPr userDrawn="1"/>
        </p:nvCxnSpPr>
        <p:spPr>
          <a:xfrm>
            <a:off x="0" y="2045761"/>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E83A1EA-5EE3-D81A-D135-860F481F6740}"/>
              </a:ext>
              <a:ext uri="{C183D7F6-B498-43B3-948B-1728B52AA6E4}">
                <adec:decorative xmlns:adec="http://schemas.microsoft.com/office/drawing/2017/decorative" val="1"/>
              </a:ext>
            </a:extLst>
          </p:cNvPr>
          <p:cNvCxnSpPr>
            <a:cxnSpLocks/>
          </p:cNvCxnSpPr>
          <p:nvPr userDrawn="1"/>
        </p:nvCxnSpPr>
        <p:spPr>
          <a:xfrm>
            <a:off x="0" y="6264727"/>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4EA58FF-2FB1-3B78-FDCF-E5DC2EFE5D57}"/>
              </a:ext>
              <a:ext uri="{C183D7F6-B498-43B3-948B-1728B52AA6E4}">
                <adec:decorative xmlns:adec="http://schemas.microsoft.com/office/drawing/2017/decorative" val="1"/>
              </a:ext>
            </a:extLst>
          </p:cNvPr>
          <p:cNvCxnSpPr>
            <a:cxnSpLocks/>
          </p:cNvCxnSpPr>
          <p:nvPr userDrawn="1"/>
        </p:nvCxnSpPr>
        <p:spPr>
          <a:xfrm>
            <a:off x="0"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4326723"/>
      </p:ext>
    </p:extLst>
  </p:cSld>
  <p:clrMapOvr>
    <a:masterClrMapping/>
  </p:clrMapOvr>
  <p:extLst>
    <p:ext uri="{DCECCB84-F9BA-43D5-87BE-67443E8EF086}">
      <p15:sldGuideLst xmlns:p15="http://schemas.microsoft.com/office/powerpoint/2012/main">
        <p15:guide id="1" orient="horz" pos="160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ection break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C2EA47A-F66B-4005-A5A4-458E90C0968A}"/>
              </a:ext>
            </a:extLst>
          </p:cNvPr>
          <p:cNvSpPr>
            <a:spLocks noGrp="1"/>
          </p:cNvSpPr>
          <p:nvPr>
            <p:ph type="ctrTitle" hasCustomPrompt="1"/>
          </p:nvPr>
        </p:nvSpPr>
        <p:spPr>
          <a:xfrm>
            <a:off x="422897" y="576262"/>
            <a:ext cx="5646541" cy="5295371"/>
          </a:xfrm>
        </p:spPr>
        <p:txBody>
          <a:bodyPr anchor="ctr" anchorCtr="0">
            <a:normAutofit/>
          </a:bodyPr>
          <a:lstStyle>
            <a:lvl1pPr>
              <a:defRPr sz="4400"/>
            </a:lvl1pPr>
          </a:lstStyle>
          <a:p>
            <a:pPr algn="l">
              <a:lnSpc>
                <a:spcPts val="5800"/>
              </a:lnSpc>
            </a:pPr>
            <a:r>
              <a:rPr lang="en-US" sz="4800" dirty="0"/>
              <a:t>Click to add title </a:t>
            </a:r>
          </a:p>
        </p:txBody>
      </p:sp>
      <p:sp>
        <p:nvSpPr>
          <p:cNvPr id="2" name="Picture Placeholder 13">
            <a:extLst>
              <a:ext uri="{FF2B5EF4-FFF2-40B4-BE49-F238E27FC236}">
                <a16:creationId xmlns:a16="http://schemas.microsoft.com/office/drawing/2014/main" id="{6379D45C-F78A-E101-CD9D-C98EA6E6C569}"/>
              </a:ext>
            </a:extLst>
          </p:cNvPr>
          <p:cNvSpPr>
            <a:spLocks noGrp="1"/>
          </p:cNvSpPr>
          <p:nvPr>
            <p:ph type="pic" sz="quarter" idx="13"/>
          </p:nvPr>
        </p:nvSpPr>
        <p:spPr>
          <a:xfrm>
            <a:off x="6483095" y="-1"/>
            <a:ext cx="5013087" cy="6857998"/>
          </a:xfrm>
          <a:solidFill>
            <a:schemeClr val="accent3"/>
          </a:solidFill>
        </p:spPr>
        <p:txBody>
          <a:bodyPr>
            <a:normAutofit/>
          </a:bodyPr>
          <a:lstStyle>
            <a:lvl1pPr marL="0" indent="0" algn="ctr">
              <a:buNone/>
              <a:defRPr sz="1800"/>
            </a:lvl1pPr>
          </a:lstStyle>
          <a:p>
            <a:r>
              <a:rPr lang="en-US"/>
              <a:t>Click icon to add picture</a:t>
            </a:r>
            <a:endParaRPr lang="en-US" dirty="0"/>
          </a:p>
        </p:txBody>
      </p:sp>
    </p:spTree>
    <p:extLst>
      <p:ext uri="{BB962C8B-B14F-4D97-AF65-F5344CB8AC3E}">
        <p14:creationId xmlns:p14="http://schemas.microsoft.com/office/powerpoint/2010/main" val="37137688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ection break">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C2EA47A-F66B-4005-A5A4-458E90C0968A}"/>
              </a:ext>
            </a:extLst>
          </p:cNvPr>
          <p:cNvSpPr>
            <a:spLocks noGrp="1"/>
          </p:cNvSpPr>
          <p:nvPr>
            <p:ph type="ctrTitle" hasCustomPrompt="1"/>
          </p:nvPr>
        </p:nvSpPr>
        <p:spPr>
          <a:xfrm>
            <a:off x="422897" y="576263"/>
            <a:ext cx="5646541" cy="3304494"/>
          </a:xfrm>
        </p:spPr>
        <p:txBody>
          <a:bodyPr anchor="b" anchorCtr="0">
            <a:normAutofit/>
          </a:bodyPr>
          <a:lstStyle>
            <a:lvl1pPr>
              <a:defRPr sz="4400"/>
            </a:lvl1pPr>
          </a:lstStyle>
          <a:p>
            <a:pPr algn="l">
              <a:lnSpc>
                <a:spcPts val="5800"/>
              </a:lnSpc>
            </a:pPr>
            <a:r>
              <a:rPr lang="en-US" sz="4800" dirty="0"/>
              <a:t>Click to add title </a:t>
            </a:r>
          </a:p>
        </p:txBody>
      </p:sp>
      <p:sp>
        <p:nvSpPr>
          <p:cNvPr id="4" name="Rectangle 3">
            <a:extLst>
              <a:ext uri="{FF2B5EF4-FFF2-40B4-BE49-F238E27FC236}">
                <a16:creationId xmlns:a16="http://schemas.microsoft.com/office/drawing/2014/main" id="{39415B1A-CA14-E219-0C7F-0B38B168475A}"/>
              </a:ext>
              <a:ext uri="{C183D7F6-B498-43B3-948B-1728B52AA6E4}">
                <adec:decorative xmlns:adec="http://schemas.microsoft.com/office/drawing/2017/decorative" val="1"/>
              </a:ext>
            </a:extLst>
          </p:cNvPr>
          <p:cNvSpPr/>
          <p:nvPr userDrawn="1"/>
        </p:nvSpPr>
        <p:spPr>
          <a:xfrm>
            <a:off x="6483096" y="1"/>
            <a:ext cx="5013088" cy="6857999"/>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92BA35BB-6689-91C0-7D75-944092B3CDB5}"/>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71949B5-8206-3159-8E9E-E95F2A9AA4EA}"/>
              </a:ext>
              <a:ext uri="{C183D7F6-B498-43B3-948B-1728B52AA6E4}">
                <adec:decorative xmlns:adec="http://schemas.microsoft.com/office/drawing/2017/decorative" val="1"/>
              </a:ext>
            </a:extLst>
          </p:cNvPr>
          <p:cNvCxnSpPr>
            <a:cxnSpLocks/>
          </p:cNvCxnSpPr>
          <p:nvPr userDrawn="1"/>
        </p:nvCxnSpPr>
        <p:spPr>
          <a:xfrm flipV="1">
            <a:off x="6483096"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997BFBC-DA17-6BEB-A937-333E9504DD6D}"/>
              </a:ext>
              <a:ext uri="{C183D7F6-B498-43B3-948B-1728B52AA6E4}">
                <adec:decorative xmlns:adec="http://schemas.microsoft.com/office/drawing/2017/decorative" val="1"/>
              </a:ext>
            </a:extLst>
          </p:cNvPr>
          <p:cNvCxnSpPr>
            <a:cxnSpLocks/>
          </p:cNvCxnSpPr>
          <p:nvPr userDrawn="1"/>
        </p:nvCxnSpPr>
        <p:spPr>
          <a:xfrm flipV="1">
            <a:off x="6363569"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15" name="Text Placeholder 14">
            <a:extLst>
              <a:ext uri="{FF2B5EF4-FFF2-40B4-BE49-F238E27FC236}">
                <a16:creationId xmlns:a16="http://schemas.microsoft.com/office/drawing/2014/main" id="{DF9A5C70-EFC4-1BAB-285F-B317FAF4744B}"/>
              </a:ext>
            </a:extLst>
          </p:cNvPr>
          <p:cNvSpPr>
            <a:spLocks noGrp="1"/>
          </p:cNvSpPr>
          <p:nvPr>
            <p:ph type="body" sz="quarter" idx="10" hasCustomPrompt="1"/>
          </p:nvPr>
        </p:nvSpPr>
        <p:spPr>
          <a:xfrm>
            <a:off x="422275" y="4148138"/>
            <a:ext cx="5673726" cy="1528762"/>
          </a:xfrm>
        </p:spPr>
        <p:txBody>
          <a:bodyPr/>
          <a:lstStyle>
            <a:lvl1pPr marL="0" indent="0">
              <a:buNone/>
              <a:defRPr/>
            </a:lvl1pPr>
          </a:lstStyle>
          <a:p>
            <a:pPr lvl="0"/>
            <a:r>
              <a:rPr lang="en-US" dirty="0"/>
              <a:t>Click to add subtitle</a:t>
            </a:r>
          </a:p>
        </p:txBody>
      </p:sp>
      <p:pic>
        <p:nvPicPr>
          <p:cNvPr id="16" name="Graphic 15">
            <a:extLst>
              <a:ext uri="{FF2B5EF4-FFF2-40B4-BE49-F238E27FC236}">
                <a16:creationId xmlns:a16="http://schemas.microsoft.com/office/drawing/2014/main" id="{C073F905-5A3E-F9EB-B095-7A3A17C1ED33}"/>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2249" t="13424" r="28018" b="11087"/>
          <a:stretch/>
        </p:blipFill>
        <p:spPr>
          <a:xfrm>
            <a:off x="6472427" y="0"/>
            <a:ext cx="5023757" cy="6858000"/>
          </a:xfrm>
          <a:prstGeom prst="rect">
            <a:avLst/>
          </a:prstGeom>
        </p:spPr>
      </p:pic>
    </p:spTree>
    <p:extLst>
      <p:ext uri="{BB962C8B-B14F-4D97-AF65-F5344CB8AC3E}">
        <p14:creationId xmlns:p14="http://schemas.microsoft.com/office/powerpoint/2010/main" val="9663016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Introduction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E77B93E-437F-D9D6-D3D1-6DE5F025A4CD}"/>
              </a:ext>
              <a:ext uri="{C183D7F6-B498-43B3-948B-1728B52AA6E4}">
                <adec:decorative xmlns:adec="http://schemas.microsoft.com/office/drawing/2017/decorative" val="1"/>
              </a:ext>
            </a:extLst>
          </p:cNvPr>
          <p:cNvSpPr/>
          <p:nvPr userDrawn="1"/>
        </p:nvSpPr>
        <p:spPr>
          <a:xfrm>
            <a:off x="10744200" y="1"/>
            <a:ext cx="751984" cy="6857999"/>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Graphic 16">
            <a:extLst>
              <a:ext uri="{FF2B5EF4-FFF2-40B4-BE49-F238E27FC236}">
                <a16:creationId xmlns:a16="http://schemas.microsoft.com/office/drawing/2014/main" id="{B74AAE1C-171A-32A3-E6FD-75252CAB8759}"/>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1796" t="12194" r="49125" b="12256"/>
          <a:stretch/>
        </p:blipFill>
        <p:spPr>
          <a:xfrm>
            <a:off x="10732660" y="-5609"/>
            <a:ext cx="763524" cy="6863608"/>
          </a:xfrm>
          <a:prstGeom prst="rect">
            <a:avLst/>
          </a:prstGeom>
        </p:spPr>
      </p:pic>
      <p:sp>
        <p:nvSpPr>
          <p:cNvPr id="13" name="Title 1">
            <a:extLst>
              <a:ext uri="{FF2B5EF4-FFF2-40B4-BE49-F238E27FC236}">
                <a16:creationId xmlns:a16="http://schemas.microsoft.com/office/drawing/2014/main" id="{F581E4B7-6D97-63BF-7E87-5E71F8BD8C58}"/>
              </a:ext>
            </a:extLst>
          </p:cNvPr>
          <p:cNvSpPr>
            <a:spLocks noGrp="1"/>
          </p:cNvSpPr>
          <p:nvPr>
            <p:ph type="title" hasCustomPrompt="1"/>
          </p:nvPr>
        </p:nvSpPr>
        <p:spPr>
          <a:xfrm>
            <a:off x="422178" y="365125"/>
            <a:ext cx="9733538" cy="1325563"/>
          </a:xfrm>
        </p:spPr>
        <p:txBody>
          <a:bodyPr>
            <a:normAutofit/>
          </a:bodyPr>
          <a:lstStyle>
            <a:lvl1pPr>
              <a:defRPr sz="4400"/>
            </a:lvl1pPr>
          </a:lstStyle>
          <a:p>
            <a:r>
              <a:rPr lang="en-US" dirty="0"/>
              <a:t>Click to add title</a:t>
            </a:r>
          </a:p>
        </p:txBody>
      </p:sp>
      <p:sp>
        <p:nvSpPr>
          <p:cNvPr id="9" name="Content Placeholder 2">
            <a:extLst>
              <a:ext uri="{FF2B5EF4-FFF2-40B4-BE49-F238E27FC236}">
                <a16:creationId xmlns:a16="http://schemas.microsoft.com/office/drawing/2014/main" id="{5B630934-DBD2-4535-961F-B198ABA2D05B}"/>
              </a:ext>
            </a:extLst>
          </p:cNvPr>
          <p:cNvSpPr>
            <a:spLocks noGrp="1"/>
          </p:cNvSpPr>
          <p:nvPr>
            <p:ph idx="1" hasCustomPrompt="1"/>
          </p:nvPr>
        </p:nvSpPr>
        <p:spPr>
          <a:xfrm>
            <a:off x="419106" y="2198915"/>
            <a:ext cx="9741183" cy="3345316"/>
          </a:xfrm>
        </p:spPr>
        <p:txBody>
          <a:bodyPr anchor="t" anchorCtr="0">
            <a:normAutofit/>
          </a:bodyPr>
          <a:lstStyle>
            <a:lvl1pPr marL="0" indent="0">
              <a:buNone/>
              <a:defRPr sz="1800" baseline="0"/>
            </a:lvl1pPr>
            <a:lvl2pPr>
              <a:defRPr sz="1800"/>
            </a:lvl2pPr>
            <a:lvl3pPr>
              <a:defRPr sz="1800"/>
            </a:lvl3pPr>
            <a:lvl4pPr>
              <a:defRPr sz="1800"/>
            </a:lvl4pPr>
            <a:lvl5pP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endParaRPr lang="en-US" sz="1800" dirty="0">
              <a:solidFill>
                <a:schemeClr val="tx1"/>
              </a:solidFill>
            </a:endParaRPr>
          </a:p>
        </p:txBody>
      </p:sp>
      <p:cxnSp>
        <p:nvCxnSpPr>
          <p:cNvPr id="14" name="Straight Connector 13">
            <a:extLst>
              <a:ext uri="{FF2B5EF4-FFF2-40B4-BE49-F238E27FC236}">
                <a16:creationId xmlns:a16="http://schemas.microsoft.com/office/drawing/2014/main" id="{0020D2A6-7700-487F-AC7E-A5A2C30DC1BF}"/>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FC30D6A-6415-42E1-89E9-EF806C3FE339}"/>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4" name="Slide Number Placeholder 5">
            <a:extLst>
              <a:ext uri="{FF2B5EF4-FFF2-40B4-BE49-F238E27FC236}">
                <a16:creationId xmlns:a16="http://schemas.microsoft.com/office/drawing/2014/main" id="{E05DBF26-BAB3-D5FD-5EA7-310263D4CA95}"/>
              </a:ext>
            </a:extLst>
          </p:cNvPr>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cxnSp>
        <p:nvCxnSpPr>
          <p:cNvPr id="3" name="Straight Connector 2">
            <a:extLst>
              <a:ext uri="{FF2B5EF4-FFF2-40B4-BE49-F238E27FC236}">
                <a16:creationId xmlns:a16="http://schemas.microsoft.com/office/drawing/2014/main" id="{6940584B-2A03-52F7-B667-9CD1A2BD7857}"/>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A3C0872-DC48-53B1-8569-7A913D92D8D1}"/>
              </a:ext>
              <a:ext uri="{C183D7F6-B498-43B3-948B-1728B52AA6E4}">
                <adec:decorative xmlns:adec="http://schemas.microsoft.com/office/drawing/2017/decorative" val="1"/>
              </a:ext>
            </a:extLst>
          </p:cNvPr>
          <p:cNvCxnSpPr>
            <a:cxnSpLocks/>
          </p:cNvCxnSpPr>
          <p:nvPr userDrawn="1"/>
        </p:nvCxnSpPr>
        <p:spPr>
          <a:xfrm flipV="1">
            <a:off x="10744200"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635D700-0F05-E0E7-FB42-2FC890C26C08}"/>
              </a:ext>
              <a:ext uri="{C183D7F6-B498-43B3-948B-1728B52AA6E4}">
                <adec:decorative xmlns:adec="http://schemas.microsoft.com/office/drawing/2017/decorative" val="1"/>
              </a:ext>
            </a:extLst>
          </p:cNvPr>
          <p:cNvCxnSpPr>
            <a:cxnSpLocks/>
          </p:cNvCxnSpPr>
          <p:nvPr userDrawn="1"/>
        </p:nvCxnSpPr>
        <p:spPr>
          <a:xfrm flipV="1">
            <a:off x="10630770"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5C00B3F-62BE-8535-5239-46279DF1B7E6}"/>
              </a:ext>
              <a:ext uri="{C183D7F6-B498-43B3-948B-1728B52AA6E4}">
                <adec:decorative xmlns:adec="http://schemas.microsoft.com/office/drawing/2017/decorative" val="1"/>
              </a:ext>
            </a:extLst>
          </p:cNvPr>
          <p:cNvCxnSpPr>
            <a:cxnSpLocks/>
          </p:cNvCxnSpPr>
          <p:nvPr userDrawn="1"/>
        </p:nvCxnSpPr>
        <p:spPr>
          <a:xfrm>
            <a:off x="0" y="6052457"/>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45414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Section break 3">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7AE2FB-B934-16AA-2537-04016B7F1AAB}"/>
              </a:ext>
            </a:extLst>
          </p:cNvPr>
          <p:cNvSpPr>
            <a:spLocks noGrp="1"/>
          </p:cNvSpPr>
          <p:nvPr>
            <p:ph type="ctrTitle" hasCustomPrompt="1"/>
          </p:nvPr>
        </p:nvSpPr>
        <p:spPr>
          <a:xfrm>
            <a:off x="422897" y="576263"/>
            <a:ext cx="5646541" cy="3304494"/>
          </a:xfrm>
        </p:spPr>
        <p:txBody>
          <a:bodyPr anchor="b" anchorCtr="0">
            <a:normAutofit/>
          </a:bodyPr>
          <a:lstStyle>
            <a:lvl1pPr>
              <a:defRPr sz="4400"/>
            </a:lvl1pPr>
          </a:lstStyle>
          <a:p>
            <a:pPr algn="l">
              <a:lnSpc>
                <a:spcPts val="5800"/>
              </a:lnSpc>
            </a:pPr>
            <a:r>
              <a:rPr lang="en-US" sz="4800" dirty="0"/>
              <a:t>Click to add title </a:t>
            </a:r>
          </a:p>
        </p:txBody>
      </p:sp>
      <p:sp>
        <p:nvSpPr>
          <p:cNvPr id="4" name="Text Placeholder 14">
            <a:extLst>
              <a:ext uri="{FF2B5EF4-FFF2-40B4-BE49-F238E27FC236}">
                <a16:creationId xmlns:a16="http://schemas.microsoft.com/office/drawing/2014/main" id="{B5241927-0828-2C0E-290E-E82A357BC83F}"/>
              </a:ext>
            </a:extLst>
          </p:cNvPr>
          <p:cNvSpPr>
            <a:spLocks noGrp="1"/>
          </p:cNvSpPr>
          <p:nvPr>
            <p:ph type="body" sz="quarter" idx="10" hasCustomPrompt="1"/>
          </p:nvPr>
        </p:nvSpPr>
        <p:spPr>
          <a:xfrm>
            <a:off x="422275" y="4148138"/>
            <a:ext cx="5673726" cy="1528762"/>
          </a:xfrm>
        </p:spPr>
        <p:txBody>
          <a:bodyPr/>
          <a:lstStyle>
            <a:lvl1pPr marL="0" indent="0">
              <a:buNone/>
              <a:defRPr/>
            </a:lvl1pPr>
          </a:lstStyle>
          <a:p>
            <a:pPr lvl="0"/>
            <a:r>
              <a:rPr lang="en-US" dirty="0"/>
              <a:t>Click to add subtitle</a:t>
            </a:r>
          </a:p>
        </p:txBody>
      </p:sp>
      <p:sp>
        <p:nvSpPr>
          <p:cNvPr id="2" name="Picture Placeholder 13">
            <a:extLst>
              <a:ext uri="{FF2B5EF4-FFF2-40B4-BE49-F238E27FC236}">
                <a16:creationId xmlns:a16="http://schemas.microsoft.com/office/drawing/2014/main" id="{6379D45C-F78A-E101-CD9D-C98EA6E6C569}"/>
              </a:ext>
            </a:extLst>
          </p:cNvPr>
          <p:cNvSpPr>
            <a:spLocks noGrp="1"/>
          </p:cNvSpPr>
          <p:nvPr>
            <p:ph type="pic" sz="quarter" idx="13"/>
          </p:nvPr>
        </p:nvSpPr>
        <p:spPr>
          <a:xfrm>
            <a:off x="6483095" y="-1"/>
            <a:ext cx="5013087" cy="6857998"/>
          </a:xfrm>
          <a:solidFill>
            <a:schemeClr val="accent3"/>
          </a:solidFill>
        </p:spPr>
        <p:txBody>
          <a:bodyPr>
            <a:normAutofit/>
          </a:bodyPr>
          <a:lstStyle>
            <a:lvl1pPr marL="0" indent="0" algn="ctr">
              <a:buNone/>
              <a:defRPr sz="1800"/>
            </a:lvl1pPr>
          </a:lstStyle>
          <a:p>
            <a:r>
              <a:rPr lang="en-US"/>
              <a:t>Click icon to add picture</a:t>
            </a:r>
            <a:endParaRPr lang="en-US" dirty="0"/>
          </a:p>
        </p:txBody>
      </p:sp>
      <p:sp>
        <p:nvSpPr>
          <p:cNvPr id="6" name="Rectangle 5">
            <a:extLst>
              <a:ext uri="{FF2B5EF4-FFF2-40B4-BE49-F238E27FC236}">
                <a16:creationId xmlns:a16="http://schemas.microsoft.com/office/drawing/2014/main" id="{EA4F6DF6-2D97-1E21-15A5-D0E9397E2F2A}"/>
              </a:ext>
              <a:ext uri="{C183D7F6-B498-43B3-948B-1728B52AA6E4}">
                <adec:decorative xmlns:adec="http://schemas.microsoft.com/office/drawing/2017/decorative" val="1"/>
              </a:ext>
            </a:extLst>
          </p:cNvPr>
          <p:cNvSpPr/>
          <p:nvPr userDrawn="1"/>
        </p:nvSpPr>
        <p:spPr>
          <a:xfrm rot="10800000">
            <a:off x="11504656" y="2020824"/>
            <a:ext cx="687343" cy="1896697"/>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3314061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9BDEB7A-D103-487A-8C1B-9145FB24B663}"/>
              </a:ext>
            </a:extLst>
          </p:cNvPr>
          <p:cNvSpPr>
            <a:spLocks noGrp="1"/>
          </p:cNvSpPr>
          <p:nvPr>
            <p:ph type="title" hasCustomPrompt="1"/>
          </p:nvPr>
        </p:nvSpPr>
        <p:spPr>
          <a:xfrm>
            <a:off x="422897" y="539496"/>
            <a:ext cx="5228393" cy="2697190"/>
          </a:xfrm>
        </p:spPr>
        <p:txBody>
          <a:bodyPr anchor="b">
            <a:normAutofit/>
          </a:bodyPr>
          <a:lstStyle>
            <a:lvl1pPr>
              <a:defRPr sz="4400"/>
            </a:lvl1pPr>
          </a:lstStyle>
          <a:p>
            <a:r>
              <a:rPr lang="en-US" sz="4800" dirty="0"/>
              <a:t>Click to add title </a:t>
            </a:r>
          </a:p>
        </p:txBody>
      </p:sp>
      <p:sp>
        <p:nvSpPr>
          <p:cNvPr id="8" name="Content Placeholder 2">
            <a:extLst>
              <a:ext uri="{FF2B5EF4-FFF2-40B4-BE49-F238E27FC236}">
                <a16:creationId xmlns:a16="http://schemas.microsoft.com/office/drawing/2014/main" id="{F3017A3E-25F7-41D5-AABB-24D0E2673A63}"/>
              </a:ext>
            </a:extLst>
          </p:cNvPr>
          <p:cNvSpPr>
            <a:spLocks noGrp="1"/>
          </p:cNvSpPr>
          <p:nvPr>
            <p:ph idx="1" hasCustomPrompt="1"/>
          </p:nvPr>
        </p:nvSpPr>
        <p:spPr>
          <a:xfrm>
            <a:off x="422897" y="3354749"/>
            <a:ext cx="5228392" cy="2582470"/>
          </a:xfrm>
        </p:spPr>
        <p:txBody>
          <a:bodyPr>
            <a:noAutofit/>
          </a:bodyPr>
          <a:lstStyle>
            <a:lvl1pPr marL="0" indent="0">
              <a:buNone/>
              <a:defRPr sz="1800"/>
            </a:lvl1pPr>
            <a:lvl2pPr>
              <a:defRPr sz="1800"/>
            </a:lvl2pPr>
            <a:lvl3pPr>
              <a:defRPr sz="1800"/>
            </a:lvl3pPr>
            <a:lvl4pPr>
              <a:defRPr sz="1800"/>
            </a:lvl4pPr>
            <a:lvl5pP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2" name="Straight Connector 11">
            <a:extLst>
              <a:ext uri="{FF2B5EF4-FFF2-40B4-BE49-F238E27FC236}">
                <a16:creationId xmlns:a16="http://schemas.microsoft.com/office/drawing/2014/main" id="{505C0C26-4C66-47DC-B079-5B94C22F15BD}"/>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07E30B1-7066-9D31-7A11-7B81B65DD8BA}"/>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972E672D-C862-C853-0730-15E3C4953D67}"/>
              </a:ext>
            </a:extLst>
          </p:cNvPr>
          <p:cNvSpPr/>
          <p:nvPr userDrawn="1"/>
        </p:nvSpPr>
        <p:spPr>
          <a:xfrm>
            <a:off x="9884230" y="1"/>
            <a:ext cx="1611954" cy="6857999"/>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a:extLst>
              <a:ext uri="{FF2B5EF4-FFF2-40B4-BE49-F238E27FC236}">
                <a16:creationId xmlns:a16="http://schemas.microsoft.com/office/drawing/2014/main" id="{910336ED-3DCB-4524-8A3F-9FBBD0B18E87}"/>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815F86B-1A6A-ECD5-F63A-4280BADEF7C2}"/>
              </a:ext>
              <a:ext uri="{C183D7F6-B498-43B3-948B-1728B52AA6E4}">
                <adec:decorative xmlns:adec="http://schemas.microsoft.com/office/drawing/2017/decorative" val="1"/>
              </a:ext>
            </a:extLst>
          </p:cNvPr>
          <p:cNvCxnSpPr>
            <a:cxnSpLocks/>
          </p:cNvCxnSpPr>
          <p:nvPr userDrawn="1"/>
        </p:nvCxnSpPr>
        <p:spPr>
          <a:xfrm flipV="1">
            <a:off x="9884230"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B5534F0-444E-1FA5-FC8F-F04505FC0F29}"/>
              </a:ext>
              <a:ext uri="{C183D7F6-B498-43B3-948B-1728B52AA6E4}">
                <adec:decorative xmlns:adec="http://schemas.microsoft.com/office/drawing/2017/decorative" val="1"/>
              </a:ext>
            </a:extLst>
          </p:cNvPr>
          <p:cNvCxnSpPr>
            <a:cxnSpLocks/>
          </p:cNvCxnSpPr>
          <p:nvPr userDrawn="1"/>
        </p:nvCxnSpPr>
        <p:spPr>
          <a:xfrm flipV="1">
            <a:off x="9768622"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119972F-DA18-8749-FF59-A83CA1E1F4A3}"/>
              </a:ext>
              <a:ext uri="{C183D7F6-B498-43B3-948B-1728B52AA6E4}">
                <adec:decorative xmlns:adec="http://schemas.microsoft.com/office/drawing/2017/decorative" val="1"/>
              </a:ext>
            </a:extLst>
          </p:cNvPr>
          <p:cNvCxnSpPr>
            <a:cxnSpLocks/>
          </p:cNvCxnSpPr>
          <p:nvPr userDrawn="1"/>
        </p:nvCxnSpPr>
        <p:spPr>
          <a:xfrm flipV="1">
            <a:off x="9372495"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067D80A1-B7E7-2F80-975E-2E87C591BB67}"/>
              </a:ext>
            </a:extLst>
          </p:cNvPr>
          <p:cNvSpPr/>
          <p:nvPr userDrawn="1"/>
        </p:nvSpPr>
        <p:spPr>
          <a:xfrm>
            <a:off x="7760541" y="1"/>
            <a:ext cx="1611954" cy="6857999"/>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1" name="Straight Connector 30">
            <a:extLst>
              <a:ext uri="{FF2B5EF4-FFF2-40B4-BE49-F238E27FC236}">
                <a16:creationId xmlns:a16="http://schemas.microsoft.com/office/drawing/2014/main" id="{BE88F6AB-6890-F7DE-7C01-CE237F778605}"/>
              </a:ext>
              <a:ext uri="{C183D7F6-B498-43B3-948B-1728B52AA6E4}">
                <adec:decorative xmlns:adec="http://schemas.microsoft.com/office/drawing/2017/decorative" val="1"/>
              </a:ext>
            </a:extLst>
          </p:cNvPr>
          <p:cNvCxnSpPr>
            <a:cxnSpLocks/>
          </p:cNvCxnSpPr>
          <p:nvPr userDrawn="1"/>
        </p:nvCxnSpPr>
        <p:spPr>
          <a:xfrm flipV="1">
            <a:off x="9481352"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F6575E3-45E3-206E-9037-D8FD562B722A}"/>
              </a:ext>
              <a:ext uri="{C183D7F6-B498-43B3-948B-1728B52AA6E4}">
                <adec:decorative xmlns:adec="http://schemas.microsoft.com/office/drawing/2017/decorative" val="1"/>
              </a:ext>
            </a:extLst>
          </p:cNvPr>
          <p:cNvCxnSpPr>
            <a:cxnSpLocks/>
          </p:cNvCxnSpPr>
          <p:nvPr userDrawn="1"/>
        </p:nvCxnSpPr>
        <p:spPr>
          <a:xfrm flipV="1">
            <a:off x="77605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BE4BC31-600E-ECD3-1E7F-FE4F6F720A6A}"/>
              </a:ext>
              <a:ext uri="{C183D7F6-B498-43B3-948B-1728B52AA6E4}">
                <adec:decorative xmlns:adec="http://schemas.microsoft.com/office/drawing/2017/decorative" val="1"/>
              </a:ext>
            </a:extLst>
          </p:cNvPr>
          <p:cNvCxnSpPr>
            <a:cxnSpLocks/>
          </p:cNvCxnSpPr>
          <p:nvPr userDrawn="1"/>
        </p:nvCxnSpPr>
        <p:spPr>
          <a:xfrm flipV="1">
            <a:off x="7644933"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pic>
        <p:nvPicPr>
          <p:cNvPr id="34" name="Graphic 33">
            <a:extLst>
              <a:ext uri="{FF2B5EF4-FFF2-40B4-BE49-F238E27FC236}">
                <a16:creationId xmlns:a16="http://schemas.microsoft.com/office/drawing/2014/main" id="{3F8CA839-B327-1ECD-C35D-02164F5BBDC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1706" t="12194" r="49126" b="12256"/>
          <a:stretch/>
        </p:blipFill>
        <p:spPr>
          <a:xfrm>
            <a:off x="9884229" y="-5609"/>
            <a:ext cx="1611955" cy="6863608"/>
          </a:xfrm>
          <a:prstGeom prst="rect">
            <a:avLst/>
          </a:prstGeom>
        </p:spPr>
      </p:pic>
      <p:pic>
        <p:nvPicPr>
          <p:cNvPr id="35" name="Graphic 34">
            <a:extLst>
              <a:ext uri="{FF2B5EF4-FFF2-40B4-BE49-F238E27FC236}">
                <a16:creationId xmlns:a16="http://schemas.microsoft.com/office/drawing/2014/main" id="{E1A97957-D274-4D24-1862-D53BF72826C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0790" t="12194" r="70042" b="12256"/>
          <a:stretch/>
        </p:blipFill>
        <p:spPr>
          <a:xfrm>
            <a:off x="7753789" y="5610"/>
            <a:ext cx="1611955" cy="6863608"/>
          </a:xfrm>
          <a:prstGeom prst="rect">
            <a:avLst/>
          </a:prstGeom>
        </p:spPr>
      </p:pic>
    </p:spTree>
    <p:extLst>
      <p:ext uri="{BB962C8B-B14F-4D97-AF65-F5344CB8AC3E}">
        <p14:creationId xmlns:p14="http://schemas.microsoft.com/office/powerpoint/2010/main" val="3746701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4B53B4F-080C-8523-03AD-871CC3B8D168}"/>
              </a:ext>
            </a:extLst>
          </p:cNvPr>
          <p:cNvSpPr/>
          <p:nvPr/>
        </p:nvSpPr>
        <p:spPr>
          <a:xfrm>
            <a:off x="1524" y="0"/>
            <a:ext cx="12188952" cy="6858000"/>
          </a:xfrm>
          <a:prstGeom prst="rect">
            <a:avLst/>
          </a:prstGeom>
          <a:solidFill>
            <a:schemeClr val="bg2">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Rectangle 9">
            <a:extLst>
              <a:ext uri="{FF2B5EF4-FFF2-40B4-BE49-F238E27FC236}">
                <a16:creationId xmlns:a16="http://schemas.microsoft.com/office/drawing/2014/main" id="{D53B790B-70BD-FD52-2540-F1DA4882170E}"/>
              </a:ext>
            </a:extLst>
          </p:cNvPr>
          <p:cNvSpPr/>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descr="Tag=AccentColor&#10;Flavor=Light&#10;Target=Line">
            <a:extLst>
              <a:ext uri="{FF2B5EF4-FFF2-40B4-BE49-F238E27FC236}">
                <a16:creationId xmlns:a16="http://schemas.microsoft.com/office/drawing/2014/main" id="{7D4FC5F0-CBD6-AEEB-4902-28D624068890}"/>
              </a:ext>
            </a:extLst>
          </p:cNvPr>
          <p:cNvCxnSpPr>
            <a:cxnSpLocks/>
          </p:cNvCxnSpPr>
          <p:nvPr/>
        </p:nvCxnSpPr>
        <p:spPr>
          <a:xfrm flipV="1">
            <a:off x="11496184"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descr="Tag=AccentColor&#10;Flavor=Light&#10;Target=Line">
            <a:extLst>
              <a:ext uri="{FF2B5EF4-FFF2-40B4-BE49-F238E27FC236}">
                <a16:creationId xmlns:a16="http://schemas.microsoft.com/office/drawing/2014/main" id="{FA9EB4DB-DDA5-1A45-7D87-B2BF67D2D1C3}"/>
              </a:ext>
            </a:extLst>
          </p:cNvPr>
          <p:cNvCxnSpPr>
            <a:cxnSpLocks/>
          </p:cNvCxnSpPr>
          <p:nvPr/>
        </p:nvCxnSpPr>
        <p:spPr>
          <a:xfrm>
            <a:off x="1524" y="617220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92AF870-601F-4570-A8A9-1003F8939C55}"/>
              </a:ext>
            </a:extLst>
          </p:cNvPr>
          <p:cNvSpPr>
            <a:spLocks noGrp="1"/>
          </p:cNvSpPr>
          <p:nvPr>
            <p:ph type="title"/>
          </p:nvPr>
        </p:nvSpPr>
        <p:spPr>
          <a:xfrm>
            <a:off x="420624"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BCCCECD-B6E7-4C40-8A84-65FD5A3F0AE2}"/>
              </a:ext>
            </a:extLst>
          </p:cNvPr>
          <p:cNvSpPr>
            <a:spLocks noGrp="1"/>
          </p:cNvSpPr>
          <p:nvPr>
            <p:ph type="body" idx="1"/>
          </p:nvPr>
        </p:nvSpPr>
        <p:spPr>
          <a:xfrm>
            <a:off x="420624"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43EFA4D-0E39-4E26-B43C-5D1084B3BAE2}"/>
              </a:ext>
            </a:extLst>
          </p:cNvPr>
          <p:cNvSpPr>
            <a:spLocks noGrp="1"/>
          </p:cNvSpPr>
          <p:nvPr>
            <p:ph type="dt" sz="half" idx="2"/>
          </p:nvPr>
        </p:nvSpPr>
        <p:spPr>
          <a:xfrm>
            <a:off x="420624" y="6217920"/>
            <a:ext cx="2743200" cy="640080"/>
          </a:xfrm>
          <a:prstGeom prst="rect">
            <a:avLst/>
          </a:prstGeom>
        </p:spPr>
        <p:txBody>
          <a:bodyPr vert="horz" lIns="91440" tIns="45720" rIns="91440" bIns="45720" rtlCol="0" anchor="ctr"/>
          <a:lstStyle>
            <a:lvl1pPr algn="l">
              <a:defRPr sz="1200">
                <a:solidFill>
                  <a:schemeClr val="tx2"/>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AE8851EA-2F2C-4012-8B96-51179BDD11B7}"/>
              </a:ext>
            </a:extLst>
          </p:cNvPr>
          <p:cNvSpPr>
            <a:spLocks noGrp="1"/>
          </p:cNvSpPr>
          <p:nvPr>
            <p:ph type="ftr" sz="quarter" idx="3"/>
          </p:nvPr>
        </p:nvSpPr>
        <p:spPr>
          <a:xfrm>
            <a:off x="3767328" y="6217920"/>
            <a:ext cx="7196328" cy="640080"/>
          </a:xfrm>
          <a:prstGeom prst="rect">
            <a:avLst/>
          </a:prstGeom>
        </p:spPr>
        <p:txBody>
          <a:bodyPr vert="horz" lIns="91440" tIns="45720" rIns="91440" bIns="45720" rtlCol="0" anchor="ctr"/>
          <a:lstStyle>
            <a:lvl1pPr algn="r">
              <a:defRPr sz="1200">
                <a:solidFill>
                  <a:schemeClr val="tx2"/>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17BB8ACB-7A60-4D76-A149-0C57A30E0161}"/>
              </a:ext>
            </a:extLst>
          </p:cNvPr>
          <p:cNvSpPr>
            <a:spLocks noGrp="1"/>
          </p:cNvSpPr>
          <p:nvPr>
            <p:ph type="sldNum" sz="quarter" idx="4"/>
          </p:nvPr>
        </p:nvSpPr>
        <p:spPr>
          <a:xfrm>
            <a:off x="11503152" y="-18288"/>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646289393"/>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 id="2147483895" r:id="rId12"/>
    <p:sldLayoutId id="2147483896" r:id="rId13"/>
    <p:sldLayoutId id="2147483897" r:id="rId14"/>
    <p:sldLayoutId id="2147483898" r:id="rId15"/>
    <p:sldLayoutId id="2147483899" r:id="rId16"/>
    <p:sldLayoutId id="2147483900" r:id="rId17"/>
    <p:sldLayoutId id="2147483907" r:id="rId18"/>
  </p:sldLayoutIdLst>
  <p:hf hdr="0" ftr="0" dt="0"/>
  <p:txStyles>
    <p:titleStyle>
      <a:lvl1pPr algn="l" defTabSz="914400" rtl="0" eaLnBrk="1" latinLnBrk="0" hangingPunct="1">
        <a:lnSpc>
          <a:spcPct val="9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2"/>
        </a:buClr>
        <a:buFont typeface="Wingdings 2" panose="05020102010507070707" pitchFamily="18" charset="2"/>
        <a:buChar char=""/>
        <a:defRPr sz="24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2"/>
        </a:buClr>
        <a:buFont typeface="Wingdings 2" panose="05020102010507070707" pitchFamily="18" charset="2"/>
        <a:buChar char=""/>
        <a:defRPr sz="22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2"/>
        </a:buClr>
        <a:buFont typeface="Wingdings 2" panose="05020102010507070707" pitchFamily="18" charset="2"/>
        <a:buChar char=""/>
        <a:defRPr sz="20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1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17.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17.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1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17.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17.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p:txBody>
          <a:bodyPr/>
          <a:lstStyle/>
          <a:p>
            <a:r>
              <a:rPr lang="en-US" dirty="0"/>
              <a:t>Week 13</a:t>
            </a:r>
            <a:br>
              <a:rPr lang="en-US" dirty="0"/>
            </a:br>
            <a:r>
              <a:rPr lang="en-US" dirty="0"/>
              <a:t>The Philippines</a:t>
            </a:r>
            <a:br>
              <a:rPr lang="en-US" dirty="0"/>
            </a:br>
            <a:r>
              <a:rPr lang="en-US" dirty="0"/>
              <a:t>A Century Hence</a:t>
            </a:r>
          </a:p>
        </p:txBody>
      </p:sp>
    </p:spTree>
    <p:extLst>
      <p:ext uri="{BB962C8B-B14F-4D97-AF65-F5344CB8AC3E}">
        <p14:creationId xmlns:p14="http://schemas.microsoft.com/office/powerpoint/2010/main" val="3885810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689D8-CDAC-4215-96CD-8548432CE4D6}"/>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3110502F-36D4-4E60-B6E9-08628B2C5D5E}"/>
              </a:ext>
            </a:extLst>
          </p:cNvPr>
          <p:cNvSpPr>
            <a:spLocks noGrp="1"/>
          </p:cNvSpPr>
          <p:nvPr>
            <p:ph idx="1"/>
          </p:nvPr>
        </p:nvSpPr>
        <p:spPr/>
        <p:txBody>
          <a:bodyPr/>
          <a:lstStyle/>
          <a:p>
            <a:r>
              <a:rPr lang="en-US" dirty="0"/>
              <a:t>“The Philippines a century Hence” is an essay written by our National Hero Dr. Jose Rizal to forecast the future of the country within a hundred years. </a:t>
            </a:r>
          </a:p>
          <a:p>
            <a:endParaRPr lang="en-US" dirty="0"/>
          </a:p>
          <a:p>
            <a:r>
              <a:rPr lang="en-US" dirty="0"/>
              <a:t>Rizal felt that it was time to remind Spain that the circumstances that ushered in the French Revolution could have a telling effect for her in the Philippines. </a:t>
            </a:r>
          </a:p>
        </p:txBody>
      </p:sp>
      <p:sp>
        <p:nvSpPr>
          <p:cNvPr id="39" name="Slide Number Placeholder 38">
            <a:extLst>
              <a:ext uri="{FF2B5EF4-FFF2-40B4-BE49-F238E27FC236}">
                <a16:creationId xmlns:a16="http://schemas.microsoft.com/office/drawing/2014/main" id="{86A23B90-D6E2-D980-7780-B6FC54FD8DE3}"/>
              </a:ext>
            </a:extLst>
          </p:cNvPr>
          <p:cNvSpPr>
            <a:spLocks noGrp="1"/>
          </p:cNvSpPr>
          <p:nvPr>
            <p:ph type="sldNum" sz="quarter" idx="4"/>
          </p:nvPr>
        </p:nvSpPr>
        <p:spPr/>
        <p:txBody>
          <a:bodyPr/>
          <a:lstStyle/>
          <a:p>
            <a:fld id="{3A4F6043-7A67-491B-98BC-F933DED7226D}" type="slidenum">
              <a:rPr lang="en-US" smtClean="0"/>
              <a:pPr/>
              <a:t>2</a:t>
            </a:fld>
            <a:endParaRPr lang="en-US" dirty="0"/>
          </a:p>
        </p:txBody>
      </p:sp>
      <p:sp>
        <p:nvSpPr>
          <p:cNvPr id="4" name="Slide Number Placeholder 5">
            <a:extLst>
              <a:ext uri="{FF2B5EF4-FFF2-40B4-BE49-F238E27FC236}">
                <a16:creationId xmlns:a16="http://schemas.microsoft.com/office/drawing/2014/main" id="{6E0FD4B5-4088-0CC7-E6CC-DEA779045EB0}"/>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2</a:t>
            </a:fld>
            <a:endParaRPr lang="en-US" dirty="0"/>
          </a:p>
        </p:txBody>
      </p:sp>
    </p:spTree>
    <p:extLst>
      <p:ext uri="{BB962C8B-B14F-4D97-AF65-F5344CB8AC3E}">
        <p14:creationId xmlns:p14="http://schemas.microsoft.com/office/powerpoint/2010/main" val="14763093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2BAD7B4-5997-4A95-A2A9-773DF1F4CE53}"/>
              </a:ext>
            </a:extLst>
          </p:cNvPr>
          <p:cNvSpPr>
            <a:spLocks noGrp="1"/>
          </p:cNvSpPr>
          <p:nvPr>
            <p:ph type="ctrTitle"/>
          </p:nvPr>
        </p:nvSpPr>
        <p:spPr/>
        <p:txBody>
          <a:bodyPr/>
          <a:lstStyle/>
          <a:p>
            <a:r>
              <a:rPr lang="en-US" sz="2400" dirty="0"/>
              <a:t>This essay presents a radical prophesy of Rizal of how the Philippines would be on the century. </a:t>
            </a:r>
            <a:br>
              <a:rPr lang="en-US" sz="2400" dirty="0"/>
            </a:br>
            <a:br>
              <a:rPr lang="en-US" sz="2400" dirty="0"/>
            </a:br>
            <a:r>
              <a:rPr lang="en-US" sz="2400" dirty="0"/>
              <a:t>Rizal presented a clear idea of how out Motherland will end up centuries later proposing  that our country will end up in either three ways:</a:t>
            </a:r>
            <a:br>
              <a:rPr lang="en-US" dirty="0"/>
            </a:br>
            <a:br>
              <a:rPr lang="en-US" dirty="0"/>
            </a:br>
            <a:endParaRPr lang="en-US" dirty="0"/>
          </a:p>
        </p:txBody>
      </p:sp>
      <p:pic>
        <p:nvPicPr>
          <p:cNvPr id="11" name="Picture Placeholder 10" descr="A white couch with a vase of flowers on a table">
            <a:extLst>
              <a:ext uri="{FF2B5EF4-FFF2-40B4-BE49-F238E27FC236}">
                <a16:creationId xmlns:a16="http://schemas.microsoft.com/office/drawing/2014/main" id="{A60861AD-2CA4-6BDB-1C16-80DACA444861}"/>
              </a:ext>
            </a:extLst>
          </p:cNvPr>
          <p:cNvPicPr>
            <a:picLocks noGrp="1" noChangeAspect="1"/>
          </p:cNvPicPr>
          <p:nvPr>
            <p:ph type="pic" sz="quarter" idx="13"/>
          </p:nvPr>
        </p:nvPicPr>
        <p:blipFill>
          <a:blip r:embed="rId3"/>
          <a:srcRect t="29" b="29"/>
          <a:stretch/>
        </p:blipFill>
        <p:spPr/>
      </p:pic>
    </p:spTree>
    <p:extLst>
      <p:ext uri="{BB962C8B-B14F-4D97-AF65-F5344CB8AC3E}">
        <p14:creationId xmlns:p14="http://schemas.microsoft.com/office/powerpoint/2010/main" val="9368988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2BAD7B4-5997-4A95-A2A9-773DF1F4CE53}"/>
              </a:ext>
            </a:extLst>
          </p:cNvPr>
          <p:cNvSpPr>
            <a:spLocks noGrp="1"/>
          </p:cNvSpPr>
          <p:nvPr>
            <p:ph type="ctrTitle"/>
          </p:nvPr>
        </p:nvSpPr>
        <p:spPr>
          <a:xfrm>
            <a:off x="422898" y="576263"/>
            <a:ext cx="5600398" cy="833087"/>
          </a:xfrm>
        </p:spPr>
        <p:txBody>
          <a:bodyPr>
            <a:normAutofit fontScale="90000"/>
          </a:bodyPr>
          <a:lstStyle/>
          <a:p>
            <a:r>
              <a:rPr lang="en-US" sz="2800" dirty="0"/>
              <a:t>These are:</a:t>
            </a:r>
            <a:br>
              <a:rPr lang="en-US" sz="2800" dirty="0"/>
            </a:br>
            <a:endParaRPr lang="en-US" sz="2800" dirty="0"/>
          </a:p>
        </p:txBody>
      </p:sp>
      <p:sp>
        <p:nvSpPr>
          <p:cNvPr id="6" name="Subtitle 5">
            <a:extLst>
              <a:ext uri="{FF2B5EF4-FFF2-40B4-BE49-F238E27FC236}">
                <a16:creationId xmlns:a16="http://schemas.microsoft.com/office/drawing/2014/main" id="{4552F1CF-68AA-447B-B5B0-C65BB72A5D6D}"/>
              </a:ext>
            </a:extLst>
          </p:cNvPr>
          <p:cNvSpPr>
            <a:spLocks noGrp="1"/>
          </p:cNvSpPr>
          <p:nvPr>
            <p:ph type="body" sz="quarter" idx="10"/>
          </p:nvPr>
        </p:nvSpPr>
        <p:spPr>
          <a:xfrm>
            <a:off x="422275" y="1535185"/>
            <a:ext cx="5673726" cy="4141715"/>
          </a:xfrm>
        </p:spPr>
        <p:txBody>
          <a:bodyPr vert="horz" lIns="91440" tIns="45720" rIns="91440" bIns="45720" rtlCol="0" anchor="t">
            <a:normAutofit/>
          </a:bodyPr>
          <a:lstStyle/>
          <a:p>
            <a:pPr marL="342900" indent="-342900">
              <a:buFont typeface="Wingdings" panose="05000000000000000000" pitchFamily="2" charset="2"/>
              <a:buChar char="Ø"/>
            </a:pPr>
            <a:r>
              <a:rPr lang="en-US" dirty="0"/>
              <a:t>That the Philippines will remain to be a colony of Spain but will be in good terms with its captors</a:t>
            </a:r>
          </a:p>
          <a:p>
            <a:pPr marL="342900" indent="-342900">
              <a:buFont typeface="Wingdings" panose="05000000000000000000" pitchFamily="2" charset="2"/>
              <a:buChar char="Ø"/>
            </a:pPr>
            <a:r>
              <a:rPr lang="en-US" dirty="0"/>
              <a:t>That the Philippines will try to cut the ties of our Motherland from its captors through violent means</a:t>
            </a:r>
          </a:p>
          <a:p>
            <a:pPr marL="342900" indent="-342900">
              <a:buFont typeface="Wingdings" panose="05000000000000000000" pitchFamily="2" charset="2"/>
              <a:buChar char="Ø"/>
            </a:pPr>
            <a:r>
              <a:rPr lang="en-US" dirty="0"/>
              <a:t>That  we will be colonized by another country.</a:t>
            </a:r>
          </a:p>
        </p:txBody>
      </p:sp>
    </p:spTree>
    <p:extLst>
      <p:ext uri="{BB962C8B-B14F-4D97-AF65-F5344CB8AC3E}">
        <p14:creationId xmlns:p14="http://schemas.microsoft.com/office/powerpoint/2010/main" val="4045600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 calcmode="lin" valueType="num">
                                      <p:cBhvr additive="base">
                                        <p:cTn id="11"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1000"/>
                                        <p:tgtEl>
                                          <p:spTgt spid="6">
                                            <p:txEl>
                                              <p:pRg st="2" end="2"/>
                                            </p:txEl>
                                          </p:spTgt>
                                        </p:tgtEl>
                                      </p:cBhvr>
                                    </p:animEffect>
                                    <p:anim calcmode="lin" valueType="num">
                                      <p:cBhvr>
                                        <p:cTn id="18"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75403B-F6A5-4855-B204-4A9D1F5B268F}"/>
              </a:ext>
            </a:extLst>
          </p:cNvPr>
          <p:cNvSpPr>
            <a:spLocks noGrp="1"/>
          </p:cNvSpPr>
          <p:nvPr>
            <p:ph idx="1"/>
          </p:nvPr>
        </p:nvSpPr>
        <p:spPr>
          <a:xfrm>
            <a:off x="419107" y="755009"/>
            <a:ext cx="6669590" cy="4789222"/>
          </a:xfrm>
        </p:spPr>
        <p:txBody>
          <a:bodyPr>
            <a:normAutofit/>
          </a:bodyPr>
          <a:lstStyle/>
          <a:p>
            <a:pPr algn="just"/>
            <a:r>
              <a:rPr lang="en-US" sz="2400" dirty="0"/>
              <a:t>As “Filipinas </a:t>
            </a:r>
            <a:r>
              <a:rPr lang="en-US" sz="2400" dirty="0" err="1"/>
              <a:t>dentro</a:t>
            </a:r>
            <a:r>
              <a:rPr lang="en-US" sz="2400" dirty="0"/>
              <a:t> de Cien </a:t>
            </a:r>
            <a:r>
              <a:rPr lang="en-US" sz="2400" dirty="0" err="1"/>
              <a:t>Años</a:t>
            </a:r>
            <a:r>
              <a:rPr lang="en-US" sz="2400" dirty="0"/>
              <a:t>”, this article was originally published serially in the Filipino fortnightly review </a:t>
            </a:r>
            <a:r>
              <a:rPr lang="en-US" sz="2400" b="1" dirty="0"/>
              <a:t>“La </a:t>
            </a:r>
            <a:r>
              <a:rPr lang="en-US" sz="2400" b="1" dirty="0" err="1"/>
              <a:t>Solidaridad</a:t>
            </a:r>
            <a:r>
              <a:rPr lang="en-US" sz="2400" b="1" dirty="0"/>
              <a:t>”, </a:t>
            </a:r>
            <a:r>
              <a:rPr lang="en-US" sz="2400" dirty="0"/>
              <a:t>of Madrid, running through the issues from September 1889, to January 1890.</a:t>
            </a:r>
          </a:p>
          <a:p>
            <a:pPr algn="just"/>
            <a:r>
              <a:rPr lang="en-US" sz="2400" dirty="0"/>
              <a:t>It supplements Rizal’s great novel “Noli Me Tangere” and its sequel “El </a:t>
            </a:r>
            <a:r>
              <a:rPr lang="en-US" sz="2400" dirty="0" err="1"/>
              <a:t>Filibusterismo</a:t>
            </a:r>
            <a:r>
              <a:rPr lang="en-US" sz="2400" dirty="0"/>
              <a:t>”, and the translation here given is fortunately by </a:t>
            </a:r>
            <a:r>
              <a:rPr lang="en-US" sz="2400" b="1" dirty="0"/>
              <a:t>Mr. Charles Derbyshire </a:t>
            </a:r>
            <a:r>
              <a:rPr lang="en-US" sz="2400" dirty="0"/>
              <a:t>who in his “The Social Cancer” and “The Reign of Greed” has so happily rendered into English those masterpieces of Rizal.</a:t>
            </a:r>
          </a:p>
          <a:p>
            <a:endParaRPr lang="en-US" dirty="0"/>
          </a:p>
        </p:txBody>
      </p:sp>
      <p:sp>
        <p:nvSpPr>
          <p:cNvPr id="35" name="Slide Number Placeholder 34">
            <a:extLst>
              <a:ext uri="{FF2B5EF4-FFF2-40B4-BE49-F238E27FC236}">
                <a16:creationId xmlns:a16="http://schemas.microsoft.com/office/drawing/2014/main" id="{253F77DE-9A00-003D-3E35-AA011DA6A27F}"/>
              </a:ext>
            </a:extLst>
          </p:cNvPr>
          <p:cNvSpPr>
            <a:spLocks noGrp="1"/>
          </p:cNvSpPr>
          <p:nvPr>
            <p:ph type="sldNum" sz="quarter" idx="4"/>
          </p:nvPr>
        </p:nvSpPr>
        <p:spPr/>
        <p:txBody>
          <a:bodyPr/>
          <a:lstStyle/>
          <a:p>
            <a:fld id="{3A4F6043-7A67-491B-98BC-F933DED7226D}" type="slidenum">
              <a:rPr lang="en-US" smtClean="0"/>
              <a:pPr/>
              <a:t>5</a:t>
            </a:fld>
            <a:endParaRPr lang="en-US" dirty="0"/>
          </a:p>
        </p:txBody>
      </p:sp>
      <p:sp>
        <p:nvSpPr>
          <p:cNvPr id="4" name="Slide Number Placeholder 5">
            <a:extLst>
              <a:ext uri="{FF2B5EF4-FFF2-40B4-BE49-F238E27FC236}">
                <a16:creationId xmlns:a16="http://schemas.microsoft.com/office/drawing/2014/main" id="{2AD73156-2390-BB42-48B5-818ECA165475}"/>
              </a:ext>
            </a:extLst>
          </p:cNvPr>
          <p:cNvSpPr txBox="1">
            <a:spLocks/>
          </p:cNvSpPr>
          <p:nvPr/>
        </p:nvSpPr>
        <p:spPr>
          <a:xfrm>
            <a:off x="11503152" y="0"/>
            <a:ext cx="685800" cy="6858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4F6043-7A67-491B-98BC-F933DED7226D}" type="slidenum">
              <a:rPr lang="en-US" smtClean="0"/>
              <a:pPr/>
              <a:t>5</a:t>
            </a:fld>
            <a:endParaRPr lang="en-US" dirty="0"/>
          </a:p>
        </p:txBody>
      </p:sp>
      <p:pic>
        <p:nvPicPr>
          <p:cNvPr id="7" name="Picture 6">
            <a:extLst>
              <a:ext uri="{FF2B5EF4-FFF2-40B4-BE49-F238E27FC236}">
                <a16:creationId xmlns:a16="http://schemas.microsoft.com/office/drawing/2014/main" id="{4C6EC936-8975-AFEC-B618-19CC8002233B}"/>
              </a:ext>
            </a:extLst>
          </p:cNvPr>
          <p:cNvPicPr>
            <a:picLocks noChangeAspect="1"/>
          </p:cNvPicPr>
          <p:nvPr/>
        </p:nvPicPr>
        <p:blipFill>
          <a:blip r:embed="rId3"/>
          <a:stretch>
            <a:fillRect/>
          </a:stretch>
        </p:blipFill>
        <p:spPr>
          <a:xfrm>
            <a:off x="7404780" y="0"/>
            <a:ext cx="4098372" cy="4957894"/>
          </a:xfrm>
          <a:prstGeom prst="rect">
            <a:avLst/>
          </a:prstGeom>
        </p:spPr>
      </p:pic>
    </p:spTree>
    <p:extLst>
      <p:ext uri="{BB962C8B-B14F-4D97-AF65-F5344CB8AC3E}">
        <p14:creationId xmlns:p14="http://schemas.microsoft.com/office/powerpoint/2010/main" val="1195628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2BAD7B4-5997-4A95-A2A9-773DF1F4CE53}"/>
              </a:ext>
            </a:extLst>
          </p:cNvPr>
          <p:cNvSpPr>
            <a:spLocks noGrp="1"/>
          </p:cNvSpPr>
          <p:nvPr>
            <p:ph type="ctrTitle"/>
          </p:nvPr>
        </p:nvSpPr>
        <p:spPr>
          <a:xfrm>
            <a:off x="422897" y="576263"/>
            <a:ext cx="5646541" cy="875032"/>
          </a:xfrm>
        </p:spPr>
        <p:txBody>
          <a:bodyPr/>
          <a:lstStyle/>
          <a:p>
            <a:r>
              <a:rPr lang="en-US" dirty="0"/>
              <a:t>Rizal’s Forecasts:</a:t>
            </a:r>
          </a:p>
        </p:txBody>
      </p:sp>
      <p:sp>
        <p:nvSpPr>
          <p:cNvPr id="3" name="Subtitle 2">
            <a:extLst>
              <a:ext uri="{FF2B5EF4-FFF2-40B4-BE49-F238E27FC236}">
                <a16:creationId xmlns:a16="http://schemas.microsoft.com/office/drawing/2014/main" id="{9DA6A002-1BEB-AE76-169E-13071F90919E}"/>
              </a:ext>
            </a:extLst>
          </p:cNvPr>
          <p:cNvSpPr>
            <a:spLocks noGrp="1"/>
          </p:cNvSpPr>
          <p:nvPr>
            <p:ph type="body" sz="quarter" idx="10"/>
          </p:nvPr>
        </p:nvSpPr>
        <p:spPr>
          <a:xfrm>
            <a:off x="422275" y="1744910"/>
            <a:ext cx="5673726" cy="3931990"/>
          </a:xfrm>
        </p:spPr>
        <p:txBody>
          <a:bodyPr>
            <a:normAutofit fontScale="92500" lnSpcReduction="10000"/>
          </a:bodyPr>
          <a:lstStyle/>
          <a:p>
            <a:pPr marL="457200" indent="-457200">
              <a:buAutoNum type="arabicPeriod"/>
            </a:pPr>
            <a:r>
              <a:rPr lang="en-US" sz="3400" dirty="0"/>
              <a:t>Spain’s Implementation of her military policies</a:t>
            </a:r>
          </a:p>
          <a:p>
            <a:pPr marL="457200" indent="-457200">
              <a:buAutoNum type="arabicPeriod"/>
            </a:pPr>
            <a:r>
              <a:rPr lang="en-US" sz="3400" dirty="0"/>
              <a:t>Deterioration and Disappearance of Indigenous Culture of the Filipinos</a:t>
            </a:r>
          </a:p>
          <a:p>
            <a:pPr marL="457200" indent="-457200">
              <a:buAutoNum type="arabicPeriod"/>
            </a:pPr>
            <a:r>
              <a:rPr lang="en-US" sz="3400" dirty="0"/>
              <a:t>Passivity and submissiveness to the Spanish Colonizers</a:t>
            </a:r>
          </a:p>
          <a:p>
            <a:pPr marL="457200" indent="-457200">
              <a:buAutoNum type="arabicPeriod"/>
            </a:pPr>
            <a:endParaRPr lang="en-US" dirty="0"/>
          </a:p>
          <a:p>
            <a:pPr marL="457200" indent="-457200">
              <a:buAutoNum type="arabicPeriod"/>
            </a:pPr>
            <a:endParaRPr lang="en-US" dirty="0"/>
          </a:p>
        </p:txBody>
      </p:sp>
      <p:pic>
        <p:nvPicPr>
          <p:cNvPr id="11" name="Picture Placeholder 10" descr="A plant in a pot">
            <a:extLst>
              <a:ext uri="{FF2B5EF4-FFF2-40B4-BE49-F238E27FC236}">
                <a16:creationId xmlns:a16="http://schemas.microsoft.com/office/drawing/2014/main" id="{86E0BB36-7BDD-D349-82E5-EF4C5EC28FC0}"/>
              </a:ext>
            </a:extLst>
          </p:cNvPr>
          <p:cNvPicPr>
            <a:picLocks noGrp="1" noChangeAspect="1"/>
          </p:cNvPicPr>
          <p:nvPr>
            <p:ph type="pic" sz="quarter" idx="13"/>
          </p:nvPr>
        </p:nvPicPr>
        <p:blipFill>
          <a:blip r:embed="rId3"/>
          <a:srcRect l="13" r="13"/>
          <a:stretch/>
        </p:blipFill>
        <p:spPr/>
      </p:pic>
      <p:pic>
        <p:nvPicPr>
          <p:cNvPr id="4" name="Picture 3">
            <a:extLst>
              <a:ext uri="{FF2B5EF4-FFF2-40B4-BE49-F238E27FC236}">
                <a16:creationId xmlns:a16="http://schemas.microsoft.com/office/drawing/2014/main" id="{BF40A386-A5D4-D720-D1EE-0256C05939D1}"/>
              </a:ext>
            </a:extLst>
          </p:cNvPr>
          <p:cNvPicPr>
            <a:picLocks noChangeAspect="1"/>
          </p:cNvPicPr>
          <p:nvPr/>
        </p:nvPicPr>
        <p:blipFill>
          <a:blip r:embed="rId4"/>
          <a:stretch>
            <a:fillRect/>
          </a:stretch>
        </p:blipFill>
        <p:spPr>
          <a:xfrm>
            <a:off x="6480094" y="1"/>
            <a:ext cx="5013086" cy="6857996"/>
          </a:xfrm>
          <a:prstGeom prst="rect">
            <a:avLst/>
          </a:prstGeom>
        </p:spPr>
      </p:pic>
    </p:spTree>
    <p:extLst>
      <p:ext uri="{BB962C8B-B14F-4D97-AF65-F5344CB8AC3E}">
        <p14:creationId xmlns:p14="http://schemas.microsoft.com/office/powerpoint/2010/main" val="38749609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0FF8E-559F-2447-6C5E-E82431F0AEB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B563793-AB89-8F4C-2546-7B5E040F5D62}"/>
              </a:ext>
            </a:extLst>
          </p:cNvPr>
          <p:cNvSpPr>
            <a:spLocks noGrp="1"/>
          </p:cNvSpPr>
          <p:nvPr>
            <p:ph type="ctrTitle"/>
          </p:nvPr>
        </p:nvSpPr>
        <p:spPr>
          <a:xfrm>
            <a:off x="395713" y="293615"/>
            <a:ext cx="5673726" cy="1157680"/>
          </a:xfrm>
        </p:spPr>
        <p:txBody>
          <a:bodyPr>
            <a:normAutofit fontScale="90000"/>
          </a:bodyPr>
          <a:lstStyle/>
          <a:p>
            <a:r>
              <a:rPr lang="en-US" dirty="0"/>
              <a:t>Spain’s implementation of her military policies:</a:t>
            </a:r>
          </a:p>
        </p:txBody>
      </p:sp>
      <p:sp>
        <p:nvSpPr>
          <p:cNvPr id="3" name="Subtitle 2">
            <a:extLst>
              <a:ext uri="{FF2B5EF4-FFF2-40B4-BE49-F238E27FC236}">
                <a16:creationId xmlns:a16="http://schemas.microsoft.com/office/drawing/2014/main" id="{7C4B293D-9838-28EC-6FDC-C529DBB2571B}"/>
              </a:ext>
            </a:extLst>
          </p:cNvPr>
          <p:cNvSpPr>
            <a:spLocks noGrp="1"/>
          </p:cNvSpPr>
          <p:nvPr>
            <p:ph type="body" sz="quarter" idx="10"/>
          </p:nvPr>
        </p:nvSpPr>
        <p:spPr>
          <a:xfrm>
            <a:off x="422275" y="1744910"/>
            <a:ext cx="5673726" cy="3931990"/>
          </a:xfrm>
        </p:spPr>
        <p:txBody>
          <a:bodyPr>
            <a:normAutofit/>
          </a:bodyPr>
          <a:lstStyle/>
          <a:p>
            <a:r>
              <a:rPr lang="en-US" sz="2800" dirty="0"/>
              <a:t>Consequences of this policy are:</a:t>
            </a:r>
          </a:p>
          <a:p>
            <a:endParaRPr lang="en-US" sz="2800" dirty="0"/>
          </a:p>
          <a:p>
            <a:pPr marL="342900" indent="-342900">
              <a:buFont typeface="Wingdings" panose="05000000000000000000" pitchFamily="2" charset="2"/>
              <a:buChar char="v"/>
            </a:pPr>
            <a:r>
              <a:rPr lang="en-US" sz="2800" dirty="0"/>
              <a:t>Country was depopulated</a:t>
            </a:r>
          </a:p>
          <a:p>
            <a:pPr marL="342900" indent="-342900">
              <a:buFont typeface="Wingdings" panose="05000000000000000000" pitchFamily="2" charset="2"/>
              <a:buChar char="v"/>
            </a:pPr>
            <a:r>
              <a:rPr lang="en-US" sz="2800" dirty="0"/>
              <a:t>Poverty became widespread</a:t>
            </a:r>
          </a:p>
          <a:p>
            <a:pPr marL="342900" indent="-342900">
              <a:buFont typeface="Wingdings" panose="05000000000000000000" pitchFamily="2" charset="2"/>
              <a:buChar char="v"/>
            </a:pPr>
            <a:r>
              <a:rPr lang="en-US" sz="2800" dirty="0"/>
              <a:t>Families and farmlands neglected</a:t>
            </a:r>
          </a:p>
          <a:p>
            <a:pPr marL="457200" indent="-457200">
              <a:buAutoNum type="arabicPeriod"/>
            </a:pPr>
            <a:endParaRPr lang="en-US" dirty="0"/>
          </a:p>
        </p:txBody>
      </p:sp>
      <p:pic>
        <p:nvPicPr>
          <p:cNvPr id="11" name="Picture Placeholder 10" descr="A plant in a pot">
            <a:extLst>
              <a:ext uri="{FF2B5EF4-FFF2-40B4-BE49-F238E27FC236}">
                <a16:creationId xmlns:a16="http://schemas.microsoft.com/office/drawing/2014/main" id="{B75E1640-F9F0-40DF-1001-694578CEC2C9}"/>
              </a:ext>
            </a:extLst>
          </p:cNvPr>
          <p:cNvPicPr>
            <a:picLocks noGrp="1" noChangeAspect="1"/>
          </p:cNvPicPr>
          <p:nvPr>
            <p:ph type="pic" sz="quarter" idx="13"/>
          </p:nvPr>
        </p:nvPicPr>
        <p:blipFill>
          <a:blip r:embed="rId3"/>
          <a:srcRect l="13" r="13"/>
          <a:stretch/>
        </p:blipFill>
        <p:spPr/>
      </p:pic>
      <p:pic>
        <p:nvPicPr>
          <p:cNvPr id="4" name="Picture 3">
            <a:extLst>
              <a:ext uri="{FF2B5EF4-FFF2-40B4-BE49-F238E27FC236}">
                <a16:creationId xmlns:a16="http://schemas.microsoft.com/office/drawing/2014/main" id="{3ABF05C4-B6EF-4F7F-FDC4-354165C44F82}"/>
              </a:ext>
            </a:extLst>
          </p:cNvPr>
          <p:cNvPicPr>
            <a:picLocks noChangeAspect="1"/>
          </p:cNvPicPr>
          <p:nvPr/>
        </p:nvPicPr>
        <p:blipFill>
          <a:blip r:embed="rId4"/>
          <a:stretch>
            <a:fillRect/>
          </a:stretch>
        </p:blipFill>
        <p:spPr>
          <a:xfrm>
            <a:off x="6480094" y="1"/>
            <a:ext cx="5013086" cy="6857996"/>
          </a:xfrm>
          <a:prstGeom prst="rect">
            <a:avLst/>
          </a:prstGeom>
        </p:spPr>
      </p:pic>
    </p:spTree>
    <p:extLst>
      <p:ext uri="{BB962C8B-B14F-4D97-AF65-F5344CB8AC3E}">
        <p14:creationId xmlns:p14="http://schemas.microsoft.com/office/powerpoint/2010/main" val="1519266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down)">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circle(in)">
                                      <p:cBhvr>
                                        <p:cTn id="12" dur="20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circle(in)">
                                      <p:cBhvr>
                                        <p:cTn id="1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105D1-704F-119E-7F23-3379C0EE6D4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B7B1CDD-B9CE-3365-283C-D147B5E8715E}"/>
              </a:ext>
            </a:extLst>
          </p:cNvPr>
          <p:cNvSpPr>
            <a:spLocks noGrp="1"/>
          </p:cNvSpPr>
          <p:nvPr>
            <p:ph type="ctrTitle"/>
          </p:nvPr>
        </p:nvSpPr>
        <p:spPr>
          <a:xfrm>
            <a:off x="395713" y="293614"/>
            <a:ext cx="5673726" cy="1786855"/>
          </a:xfrm>
        </p:spPr>
        <p:txBody>
          <a:bodyPr>
            <a:normAutofit/>
          </a:bodyPr>
          <a:lstStyle/>
          <a:p>
            <a:r>
              <a:rPr lang="en-US" sz="3200" dirty="0"/>
              <a:t>Deterioration and Disappearance of Indigenous Culture of the Filipinos:</a:t>
            </a:r>
          </a:p>
        </p:txBody>
      </p:sp>
      <p:sp>
        <p:nvSpPr>
          <p:cNvPr id="3" name="Subtitle 2">
            <a:extLst>
              <a:ext uri="{FF2B5EF4-FFF2-40B4-BE49-F238E27FC236}">
                <a16:creationId xmlns:a16="http://schemas.microsoft.com/office/drawing/2014/main" id="{C4D42A62-C6B4-DFB1-EFFF-4372B49FC1AE}"/>
              </a:ext>
            </a:extLst>
          </p:cNvPr>
          <p:cNvSpPr>
            <a:spLocks noGrp="1"/>
          </p:cNvSpPr>
          <p:nvPr>
            <p:ph type="body" sz="quarter" idx="10"/>
          </p:nvPr>
        </p:nvSpPr>
        <p:spPr>
          <a:xfrm>
            <a:off x="422275" y="2080468"/>
            <a:ext cx="5673726" cy="3596431"/>
          </a:xfrm>
        </p:spPr>
        <p:txBody>
          <a:bodyPr>
            <a:normAutofit fontScale="92500" lnSpcReduction="20000"/>
          </a:bodyPr>
          <a:lstStyle/>
          <a:p>
            <a:r>
              <a:rPr lang="en-US" sz="2800" dirty="0"/>
              <a:t>Consequences of this policy are:</a:t>
            </a:r>
          </a:p>
          <a:p>
            <a:endParaRPr lang="en-US" sz="2800" dirty="0"/>
          </a:p>
          <a:p>
            <a:pPr marL="457200" indent="-457200">
              <a:buFont typeface="Wingdings" panose="05000000000000000000" pitchFamily="2" charset="2"/>
              <a:buChar char="ü"/>
            </a:pPr>
            <a:r>
              <a:rPr lang="en-US" sz="2800" dirty="0"/>
              <a:t>Filipinos started losing confidence in their past and heritage</a:t>
            </a:r>
          </a:p>
          <a:p>
            <a:pPr marL="457200" indent="-457200">
              <a:buFont typeface="Wingdings" panose="05000000000000000000" pitchFamily="2" charset="2"/>
              <a:buChar char="ü"/>
            </a:pPr>
            <a:r>
              <a:rPr lang="en-US" sz="2800" dirty="0"/>
              <a:t>Become doubtful of their present lifestyle</a:t>
            </a:r>
          </a:p>
          <a:p>
            <a:pPr marL="457200" indent="-457200">
              <a:buFont typeface="Wingdings" panose="05000000000000000000" pitchFamily="2" charset="2"/>
              <a:buChar char="ü"/>
            </a:pPr>
            <a:r>
              <a:rPr lang="en-US" sz="2800" dirty="0"/>
              <a:t>Lost hope in the future and the preservation of their race</a:t>
            </a:r>
          </a:p>
          <a:p>
            <a:pPr marL="457200" indent="-457200">
              <a:buAutoNum type="arabicPeriod"/>
            </a:pPr>
            <a:endParaRPr lang="en-US" dirty="0"/>
          </a:p>
        </p:txBody>
      </p:sp>
      <p:pic>
        <p:nvPicPr>
          <p:cNvPr id="11" name="Picture Placeholder 10" descr="A plant in a pot">
            <a:extLst>
              <a:ext uri="{FF2B5EF4-FFF2-40B4-BE49-F238E27FC236}">
                <a16:creationId xmlns:a16="http://schemas.microsoft.com/office/drawing/2014/main" id="{FB5CFEC4-62D6-6212-6581-0F188CD9C5E5}"/>
              </a:ext>
            </a:extLst>
          </p:cNvPr>
          <p:cNvPicPr>
            <a:picLocks noGrp="1" noChangeAspect="1"/>
          </p:cNvPicPr>
          <p:nvPr>
            <p:ph type="pic" sz="quarter" idx="13"/>
          </p:nvPr>
        </p:nvPicPr>
        <p:blipFill>
          <a:blip r:embed="rId3"/>
          <a:srcRect l="13" r="13"/>
          <a:stretch/>
        </p:blipFill>
        <p:spPr/>
      </p:pic>
      <p:pic>
        <p:nvPicPr>
          <p:cNvPr id="4" name="Picture 3">
            <a:extLst>
              <a:ext uri="{FF2B5EF4-FFF2-40B4-BE49-F238E27FC236}">
                <a16:creationId xmlns:a16="http://schemas.microsoft.com/office/drawing/2014/main" id="{F300FC65-3AF3-219E-437F-7175D2065C9C}"/>
              </a:ext>
            </a:extLst>
          </p:cNvPr>
          <p:cNvPicPr>
            <a:picLocks noChangeAspect="1"/>
          </p:cNvPicPr>
          <p:nvPr/>
        </p:nvPicPr>
        <p:blipFill>
          <a:blip r:embed="rId4"/>
          <a:stretch>
            <a:fillRect/>
          </a:stretch>
        </p:blipFill>
        <p:spPr>
          <a:xfrm>
            <a:off x="6480094" y="1"/>
            <a:ext cx="5013086" cy="6857996"/>
          </a:xfrm>
          <a:prstGeom prst="rect">
            <a:avLst/>
          </a:prstGeom>
        </p:spPr>
      </p:pic>
    </p:spTree>
    <p:extLst>
      <p:ext uri="{BB962C8B-B14F-4D97-AF65-F5344CB8AC3E}">
        <p14:creationId xmlns:p14="http://schemas.microsoft.com/office/powerpoint/2010/main" val="993259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xEl>
                                              <p:pRg st="2" end="2"/>
                                            </p:txEl>
                                          </p:spTgt>
                                        </p:tgtEl>
                                      </p:cBhvr>
                                    </p:animEffect>
                                    <p:animScale>
                                      <p:cBhvr>
                                        <p:cTn id="7" dur="250" autoRev="1" fill="hold"/>
                                        <p:tgtEl>
                                          <p:spTgt spid="3">
                                            <p:txEl>
                                              <p:pRg st="2" end="2"/>
                                            </p:txEl>
                                          </p:spTgt>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7" presetClass="emph" presetSubtype="0" fill="remove" nodeType="clickEffect">
                                  <p:stCondLst>
                                    <p:cond delay="0"/>
                                  </p:stCondLst>
                                  <p:childTnLst>
                                    <p:animClr clrSpc="rgb" dir="cw">
                                      <p:cBhvr override="childStyle">
                                        <p:cTn id="11" dur="250" autoRev="1" fill="remove"/>
                                        <p:tgtEl>
                                          <p:spTgt spid="3">
                                            <p:txEl>
                                              <p:pRg st="3" end="3"/>
                                            </p:txEl>
                                          </p:spTgt>
                                        </p:tgtEl>
                                        <p:attrNameLst>
                                          <p:attrName>style.color</p:attrName>
                                        </p:attrNameLst>
                                      </p:cBhvr>
                                      <p:to>
                                        <a:schemeClr val="bg1"/>
                                      </p:to>
                                    </p:animClr>
                                    <p:animClr clrSpc="rgb" dir="cw">
                                      <p:cBhvr>
                                        <p:cTn id="12" dur="250" autoRev="1" fill="remove"/>
                                        <p:tgtEl>
                                          <p:spTgt spid="3">
                                            <p:txEl>
                                              <p:pRg st="3" end="3"/>
                                            </p:txEl>
                                          </p:spTgt>
                                        </p:tgtEl>
                                        <p:attrNameLst>
                                          <p:attrName>fillcolor</p:attrName>
                                        </p:attrNameLst>
                                      </p:cBhvr>
                                      <p:to>
                                        <a:schemeClr val="bg1"/>
                                      </p:to>
                                    </p:animClr>
                                    <p:set>
                                      <p:cBhvr>
                                        <p:cTn id="13" dur="250" autoRev="1" fill="remove"/>
                                        <p:tgtEl>
                                          <p:spTgt spid="3">
                                            <p:txEl>
                                              <p:pRg st="3" end="3"/>
                                            </p:txEl>
                                          </p:spTgt>
                                        </p:tgtEl>
                                        <p:attrNameLst>
                                          <p:attrName>fill.type</p:attrName>
                                        </p:attrNameLst>
                                      </p:cBhvr>
                                      <p:to>
                                        <p:strVal val="solid"/>
                                      </p:to>
                                    </p:set>
                                    <p:set>
                                      <p:cBhvr>
                                        <p:cTn id="14" dur="250" autoRev="1" fill="remove"/>
                                        <p:tgtEl>
                                          <p:spTgt spid="3">
                                            <p:txEl>
                                              <p:pRg st="3" end="3"/>
                                            </p:txEl>
                                          </p:spTgt>
                                        </p:tgtEl>
                                        <p:attrNameLst>
                                          <p:attrName>fill.on</p:attrName>
                                        </p:attrNameLst>
                                      </p:cBhvr>
                                      <p:to>
                                        <p:strVal val="true"/>
                                      </p:to>
                                    </p:set>
                                  </p:childTnLst>
                                </p:cTn>
                              </p:par>
                            </p:childTnLst>
                          </p:cTn>
                        </p:par>
                      </p:childTnLst>
                    </p:cTn>
                  </p:par>
                  <p:par>
                    <p:cTn id="15" fill="hold">
                      <p:stCondLst>
                        <p:cond delay="indefinite"/>
                      </p:stCondLst>
                      <p:childTnLst>
                        <p:par>
                          <p:cTn id="16" fill="hold">
                            <p:stCondLst>
                              <p:cond delay="0"/>
                            </p:stCondLst>
                            <p:childTnLst>
                              <p:par>
                                <p:cTn id="17" presetID="32" presetClass="emph" presetSubtype="0" fill="hold" nodeType="clickEffect">
                                  <p:stCondLst>
                                    <p:cond delay="0"/>
                                  </p:stCondLst>
                                  <p:childTnLst>
                                    <p:animRot by="120000">
                                      <p:cBhvr>
                                        <p:cTn id="18" dur="100" fill="hold">
                                          <p:stCondLst>
                                            <p:cond delay="0"/>
                                          </p:stCondLst>
                                        </p:cTn>
                                        <p:tgtEl>
                                          <p:spTgt spid="3">
                                            <p:txEl>
                                              <p:pRg st="4" end="4"/>
                                            </p:txEl>
                                          </p:spTgt>
                                        </p:tgtEl>
                                        <p:attrNameLst>
                                          <p:attrName>r</p:attrName>
                                        </p:attrNameLst>
                                      </p:cBhvr>
                                    </p:animRot>
                                    <p:animRot by="-240000">
                                      <p:cBhvr>
                                        <p:cTn id="19" dur="200" fill="hold">
                                          <p:stCondLst>
                                            <p:cond delay="200"/>
                                          </p:stCondLst>
                                        </p:cTn>
                                        <p:tgtEl>
                                          <p:spTgt spid="3">
                                            <p:txEl>
                                              <p:pRg st="4" end="4"/>
                                            </p:txEl>
                                          </p:spTgt>
                                        </p:tgtEl>
                                        <p:attrNameLst>
                                          <p:attrName>r</p:attrName>
                                        </p:attrNameLst>
                                      </p:cBhvr>
                                    </p:animRot>
                                    <p:animRot by="240000">
                                      <p:cBhvr>
                                        <p:cTn id="20" dur="200" fill="hold">
                                          <p:stCondLst>
                                            <p:cond delay="400"/>
                                          </p:stCondLst>
                                        </p:cTn>
                                        <p:tgtEl>
                                          <p:spTgt spid="3">
                                            <p:txEl>
                                              <p:pRg st="4" end="4"/>
                                            </p:txEl>
                                          </p:spTgt>
                                        </p:tgtEl>
                                        <p:attrNameLst>
                                          <p:attrName>r</p:attrName>
                                        </p:attrNameLst>
                                      </p:cBhvr>
                                    </p:animRot>
                                    <p:animRot by="-240000">
                                      <p:cBhvr>
                                        <p:cTn id="21" dur="200" fill="hold">
                                          <p:stCondLst>
                                            <p:cond delay="600"/>
                                          </p:stCondLst>
                                        </p:cTn>
                                        <p:tgtEl>
                                          <p:spTgt spid="3">
                                            <p:txEl>
                                              <p:pRg st="4" end="4"/>
                                            </p:txEl>
                                          </p:spTgt>
                                        </p:tgtEl>
                                        <p:attrNameLst>
                                          <p:attrName>r</p:attrName>
                                        </p:attrNameLst>
                                      </p:cBhvr>
                                    </p:animRot>
                                    <p:animRot by="120000">
                                      <p:cBhvr>
                                        <p:cTn id="22" dur="200" fill="hold">
                                          <p:stCondLst>
                                            <p:cond delay="800"/>
                                          </p:stCondLst>
                                        </p:cTn>
                                        <p:tgtEl>
                                          <p:spTgt spid="3">
                                            <p:txEl>
                                              <p:pRg st="4" end="4"/>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9647D-F1C1-8B8E-8FDC-6600DF50CC4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E2EAD65-F982-CDF0-3FC7-D3B99936D565}"/>
              </a:ext>
            </a:extLst>
          </p:cNvPr>
          <p:cNvSpPr>
            <a:spLocks noGrp="1"/>
          </p:cNvSpPr>
          <p:nvPr>
            <p:ph type="ctrTitle"/>
          </p:nvPr>
        </p:nvSpPr>
        <p:spPr>
          <a:xfrm>
            <a:off x="395713" y="293615"/>
            <a:ext cx="5673726" cy="1300294"/>
          </a:xfrm>
        </p:spPr>
        <p:txBody>
          <a:bodyPr>
            <a:normAutofit/>
          </a:bodyPr>
          <a:lstStyle/>
          <a:p>
            <a:r>
              <a:rPr lang="en-US" sz="3200" dirty="0"/>
              <a:t>Passivity and Submissiveness to the Spanish colonizers:</a:t>
            </a:r>
          </a:p>
        </p:txBody>
      </p:sp>
      <p:sp>
        <p:nvSpPr>
          <p:cNvPr id="3" name="Subtitle 2">
            <a:extLst>
              <a:ext uri="{FF2B5EF4-FFF2-40B4-BE49-F238E27FC236}">
                <a16:creationId xmlns:a16="http://schemas.microsoft.com/office/drawing/2014/main" id="{B6FC36D4-3C8C-9798-2953-A099B7C17AB7}"/>
              </a:ext>
            </a:extLst>
          </p:cNvPr>
          <p:cNvSpPr>
            <a:spLocks noGrp="1"/>
          </p:cNvSpPr>
          <p:nvPr>
            <p:ph type="body" sz="quarter" idx="10"/>
          </p:nvPr>
        </p:nvSpPr>
        <p:spPr>
          <a:xfrm>
            <a:off x="422275" y="2080468"/>
            <a:ext cx="5673726" cy="3596431"/>
          </a:xfrm>
        </p:spPr>
        <p:txBody>
          <a:bodyPr>
            <a:normAutofit fontScale="85000" lnSpcReduction="10000"/>
          </a:bodyPr>
          <a:lstStyle/>
          <a:p>
            <a:r>
              <a:rPr lang="en-US" sz="2800" dirty="0"/>
              <a:t>Consequences of this policy are:</a:t>
            </a:r>
          </a:p>
          <a:p>
            <a:endParaRPr lang="en-US" sz="2800" dirty="0"/>
          </a:p>
          <a:p>
            <a:pPr marL="457200" indent="-457200">
              <a:buFont typeface="Wingdings" panose="05000000000000000000" pitchFamily="2" charset="2"/>
              <a:buChar char="Ø"/>
            </a:pPr>
            <a:r>
              <a:rPr lang="en-US" sz="2800" dirty="0"/>
              <a:t>They resigned themselves on their fates</a:t>
            </a:r>
          </a:p>
          <a:p>
            <a:pPr marL="457200" indent="-457200">
              <a:buFont typeface="Wingdings" panose="05000000000000000000" pitchFamily="2" charset="2"/>
              <a:buChar char="Ø"/>
            </a:pPr>
            <a:r>
              <a:rPr lang="en-US" sz="2800" dirty="0"/>
              <a:t>The awakening of the national consciousness among the people had united them</a:t>
            </a:r>
          </a:p>
          <a:p>
            <a:pPr marL="457200" indent="-457200">
              <a:buFont typeface="Wingdings" panose="05000000000000000000" pitchFamily="2" charset="2"/>
              <a:buChar char="Ø"/>
            </a:pPr>
            <a:r>
              <a:rPr lang="en-US" sz="2800" dirty="0"/>
              <a:t>The spread of enlightenment, the </a:t>
            </a:r>
            <a:r>
              <a:rPr lang="en-US" sz="2800" dirty="0" err="1"/>
              <a:t>ilustrado</a:t>
            </a:r>
            <a:r>
              <a:rPr lang="en-US" sz="2800" dirty="0"/>
              <a:t> class arose.</a:t>
            </a:r>
          </a:p>
          <a:p>
            <a:pPr marL="457200" indent="-457200">
              <a:buAutoNum type="arabicPeriod"/>
            </a:pPr>
            <a:endParaRPr lang="en-US" dirty="0"/>
          </a:p>
        </p:txBody>
      </p:sp>
      <p:pic>
        <p:nvPicPr>
          <p:cNvPr id="11" name="Picture Placeholder 10" descr="A plant in a pot">
            <a:extLst>
              <a:ext uri="{FF2B5EF4-FFF2-40B4-BE49-F238E27FC236}">
                <a16:creationId xmlns:a16="http://schemas.microsoft.com/office/drawing/2014/main" id="{D6E7902F-7151-5B3A-8E47-C2CFC11267F2}"/>
              </a:ext>
            </a:extLst>
          </p:cNvPr>
          <p:cNvPicPr>
            <a:picLocks noGrp="1" noChangeAspect="1"/>
          </p:cNvPicPr>
          <p:nvPr>
            <p:ph type="pic" sz="quarter" idx="13"/>
          </p:nvPr>
        </p:nvPicPr>
        <p:blipFill>
          <a:blip r:embed="rId3"/>
          <a:srcRect l="13" r="13"/>
          <a:stretch/>
        </p:blipFill>
        <p:spPr/>
      </p:pic>
      <p:pic>
        <p:nvPicPr>
          <p:cNvPr id="4" name="Picture 3">
            <a:extLst>
              <a:ext uri="{FF2B5EF4-FFF2-40B4-BE49-F238E27FC236}">
                <a16:creationId xmlns:a16="http://schemas.microsoft.com/office/drawing/2014/main" id="{3AAE56E3-3358-236B-790C-4476904E5CB7}"/>
              </a:ext>
            </a:extLst>
          </p:cNvPr>
          <p:cNvPicPr>
            <a:picLocks noChangeAspect="1"/>
          </p:cNvPicPr>
          <p:nvPr/>
        </p:nvPicPr>
        <p:blipFill>
          <a:blip r:embed="rId4"/>
          <a:stretch>
            <a:fillRect/>
          </a:stretch>
        </p:blipFill>
        <p:spPr>
          <a:xfrm>
            <a:off x="6480094" y="1"/>
            <a:ext cx="5013086" cy="6857996"/>
          </a:xfrm>
          <a:prstGeom prst="rect">
            <a:avLst/>
          </a:prstGeom>
        </p:spPr>
      </p:pic>
    </p:spTree>
    <p:extLst>
      <p:ext uri="{BB962C8B-B14F-4D97-AF65-F5344CB8AC3E}">
        <p14:creationId xmlns:p14="http://schemas.microsoft.com/office/powerpoint/2010/main" val="823005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3">
                                            <p:txEl>
                                              <p:pRg st="2" end="2"/>
                                            </p:txEl>
                                          </p:spTgt>
                                        </p:tgtEl>
                                      </p:cBhvr>
                                    </p:animEffect>
                                    <p:set>
                                      <p:cBhvr>
                                        <p:cTn id="7" dur="1" fill="hold">
                                          <p:stCondLst>
                                            <p:cond delay="499"/>
                                          </p:stCondLst>
                                        </p:cTn>
                                        <p:tgtEl>
                                          <p:spTgt spid="3">
                                            <p:txEl>
                                              <p:pRg st="2" end="2"/>
                                            </p:txEl>
                                          </p:spTgt>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 presetClass="exit" presetSubtype="4" fill="hold" nodeType="clickEffect">
                                  <p:stCondLst>
                                    <p:cond delay="0"/>
                                  </p:stCondLst>
                                  <p:childTnLst>
                                    <p:anim calcmode="lin" valueType="num">
                                      <p:cBhvr additive="base">
                                        <p:cTn id="11" dur="500"/>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p:tgtEl>
                                          <p:spTgt spid="3">
                                            <p:txEl>
                                              <p:pRg st="3" end="3"/>
                                            </p:txEl>
                                          </p:spTgt>
                                        </p:tgtEl>
                                        <p:attrNameLst>
                                          <p:attrName>ppt_y</p:attrName>
                                        </p:attrNameLst>
                                      </p:cBhvr>
                                      <p:tavLst>
                                        <p:tav tm="0">
                                          <p:val>
                                            <p:strVal val="ppt_y"/>
                                          </p:val>
                                        </p:tav>
                                        <p:tav tm="100000">
                                          <p:val>
                                            <p:strVal val="1+ppt_h/2"/>
                                          </p:val>
                                        </p:tav>
                                      </p:tavLst>
                                    </p:anim>
                                    <p:set>
                                      <p:cBhvr>
                                        <p:cTn id="13" dur="1" fill="hold">
                                          <p:stCondLst>
                                            <p:cond delay="499"/>
                                          </p:stCondLst>
                                        </p:cTn>
                                        <p:tgtEl>
                                          <p:spTgt spid="3">
                                            <p:txEl>
                                              <p:pRg st="3" end="3"/>
                                            </p:txEl>
                                          </p:spTgt>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6" presetClass="exit" presetSubtype="21" fill="hold" nodeType="clickEffect">
                                  <p:stCondLst>
                                    <p:cond delay="0"/>
                                  </p:stCondLst>
                                  <p:childTnLst>
                                    <p:animEffect transition="out" filter="barn(inVertical)">
                                      <p:cBhvr>
                                        <p:cTn id="17" dur="500"/>
                                        <p:tgtEl>
                                          <p:spTgt spid="3">
                                            <p:txEl>
                                              <p:pRg st="4" end="4"/>
                                            </p:txEl>
                                          </p:spTgt>
                                        </p:tgtEl>
                                      </p:cBhvr>
                                    </p:animEffect>
                                    <p:set>
                                      <p:cBhvr>
                                        <p:cTn id="18" dur="1" fill="hold">
                                          <p:stCondLst>
                                            <p:cond delay="499"/>
                                          </p:stCondLst>
                                        </p:cTn>
                                        <p:tgtEl>
                                          <p:spTgt spid="3">
                                            <p:txEl>
                                              <p:pRg st="4" end="4"/>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2B762-97AD-C150-7CCC-B287EF315B8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2708B47-A9D0-6EAC-3FE8-A409E0BBB445}"/>
              </a:ext>
            </a:extLst>
          </p:cNvPr>
          <p:cNvSpPr>
            <a:spLocks noGrp="1"/>
          </p:cNvSpPr>
          <p:nvPr>
            <p:ph type="ctrTitle"/>
          </p:nvPr>
        </p:nvSpPr>
        <p:spPr>
          <a:xfrm>
            <a:off x="395713" y="293615"/>
            <a:ext cx="5673726" cy="1300294"/>
          </a:xfrm>
        </p:spPr>
        <p:txBody>
          <a:bodyPr>
            <a:normAutofit/>
          </a:bodyPr>
          <a:lstStyle/>
          <a:p>
            <a:r>
              <a:rPr lang="en-US" sz="3200" dirty="0"/>
              <a:t>Third article of Rizal’s essay:</a:t>
            </a:r>
          </a:p>
        </p:txBody>
      </p:sp>
      <p:sp>
        <p:nvSpPr>
          <p:cNvPr id="3" name="Subtitle 2">
            <a:extLst>
              <a:ext uri="{FF2B5EF4-FFF2-40B4-BE49-F238E27FC236}">
                <a16:creationId xmlns:a16="http://schemas.microsoft.com/office/drawing/2014/main" id="{2C72F1C2-8825-3F43-AF00-4829A17790AE}"/>
              </a:ext>
            </a:extLst>
          </p:cNvPr>
          <p:cNvSpPr>
            <a:spLocks noGrp="1"/>
          </p:cNvSpPr>
          <p:nvPr>
            <p:ph type="body" sz="quarter" idx="10"/>
          </p:nvPr>
        </p:nvSpPr>
        <p:spPr>
          <a:xfrm>
            <a:off x="422275" y="2080468"/>
            <a:ext cx="5673726" cy="3596431"/>
          </a:xfrm>
        </p:spPr>
        <p:txBody>
          <a:bodyPr>
            <a:normAutofit/>
          </a:bodyPr>
          <a:lstStyle/>
          <a:p>
            <a:r>
              <a:rPr lang="en-US" dirty="0"/>
              <a:t>Keeping the people impoverished also came to no avail. Living a life of eternal destitution had allowed the Filipinos to act on the desire for a change in their way of life. </a:t>
            </a:r>
          </a:p>
          <a:p>
            <a:r>
              <a:rPr lang="en-US" dirty="0"/>
              <a:t>They began to explore other horizons through which they could move towards progress. </a:t>
            </a:r>
          </a:p>
          <a:p>
            <a:endParaRPr lang="en-US" dirty="0"/>
          </a:p>
        </p:txBody>
      </p:sp>
      <p:pic>
        <p:nvPicPr>
          <p:cNvPr id="11" name="Picture Placeholder 10" descr="A plant in a pot">
            <a:extLst>
              <a:ext uri="{FF2B5EF4-FFF2-40B4-BE49-F238E27FC236}">
                <a16:creationId xmlns:a16="http://schemas.microsoft.com/office/drawing/2014/main" id="{C0CCC5B1-8A64-3252-CF0E-626452864D99}"/>
              </a:ext>
            </a:extLst>
          </p:cNvPr>
          <p:cNvPicPr>
            <a:picLocks noGrp="1" noChangeAspect="1"/>
          </p:cNvPicPr>
          <p:nvPr>
            <p:ph type="pic" sz="quarter" idx="13"/>
          </p:nvPr>
        </p:nvPicPr>
        <p:blipFill>
          <a:blip r:embed="rId3"/>
          <a:srcRect l="13" r="13"/>
          <a:stretch/>
        </p:blipFill>
        <p:spPr/>
      </p:pic>
      <p:pic>
        <p:nvPicPr>
          <p:cNvPr id="4" name="Picture 3">
            <a:extLst>
              <a:ext uri="{FF2B5EF4-FFF2-40B4-BE49-F238E27FC236}">
                <a16:creationId xmlns:a16="http://schemas.microsoft.com/office/drawing/2014/main" id="{51160DD3-66EA-94F5-864D-DE03D0C05FB3}"/>
              </a:ext>
            </a:extLst>
          </p:cNvPr>
          <p:cNvPicPr>
            <a:picLocks noChangeAspect="1"/>
          </p:cNvPicPr>
          <p:nvPr/>
        </p:nvPicPr>
        <p:blipFill>
          <a:blip r:embed="rId4"/>
          <a:stretch>
            <a:fillRect/>
          </a:stretch>
        </p:blipFill>
        <p:spPr>
          <a:xfrm>
            <a:off x="6480094" y="1"/>
            <a:ext cx="5013086" cy="6857996"/>
          </a:xfrm>
          <a:prstGeom prst="rect">
            <a:avLst/>
          </a:prstGeom>
        </p:spPr>
      </p:pic>
    </p:spTree>
    <p:extLst>
      <p:ext uri="{BB962C8B-B14F-4D97-AF65-F5344CB8AC3E}">
        <p14:creationId xmlns:p14="http://schemas.microsoft.com/office/powerpoint/2010/main" val="1062229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9DA16-BDEE-C81F-7BC9-E96FCDC97C7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52F0628-84E6-6F85-0952-F2E57DDB50AA}"/>
              </a:ext>
            </a:extLst>
          </p:cNvPr>
          <p:cNvSpPr>
            <a:spLocks noGrp="1"/>
          </p:cNvSpPr>
          <p:nvPr>
            <p:ph type="ctrTitle"/>
          </p:nvPr>
        </p:nvSpPr>
        <p:spPr>
          <a:xfrm>
            <a:off x="395713" y="293615"/>
            <a:ext cx="5673726" cy="1300294"/>
          </a:xfrm>
        </p:spPr>
        <p:txBody>
          <a:bodyPr>
            <a:normAutofit/>
          </a:bodyPr>
          <a:lstStyle/>
          <a:p>
            <a:r>
              <a:rPr lang="en-US" sz="3200" dirty="0"/>
              <a:t>What Rizal had envisioned in his essay came true</a:t>
            </a:r>
          </a:p>
        </p:txBody>
      </p:sp>
      <p:sp>
        <p:nvSpPr>
          <p:cNvPr id="3" name="Subtitle 2">
            <a:extLst>
              <a:ext uri="{FF2B5EF4-FFF2-40B4-BE49-F238E27FC236}">
                <a16:creationId xmlns:a16="http://schemas.microsoft.com/office/drawing/2014/main" id="{58D9F47F-5BFC-FCAC-0F79-BE0CE3F4DCA5}"/>
              </a:ext>
            </a:extLst>
          </p:cNvPr>
          <p:cNvSpPr>
            <a:spLocks noGrp="1"/>
          </p:cNvSpPr>
          <p:nvPr>
            <p:ph type="body" sz="quarter" idx="10"/>
          </p:nvPr>
        </p:nvSpPr>
        <p:spPr>
          <a:xfrm>
            <a:off x="422275" y="2080468"/>
            <a:ext cx="5673726" cy="3596431"/>
          </a:xfrm>
        </p:spPr>
        <p:txBody>
          <a:bodyPr>
            <a:normAutofit/>
          </a:bodyPr>
          <a:lstStyle/>
          <a:p>
            <a:pPr marL="342900" indent="-342900">
              <a:buFont typeface="Arial" panose="020B0604020202020204" pitchFamily="34" charset="0"/>
              <a:buChar char="•"/>
            </a:pPr>
            <a:r>
              <a:rPr lang="en-US" dirty="0"/>
              <a:t>In 1898, the Americans wrestled with Spain to win the Philippines, and eventually took over the country</a:t>
            </a:r>
          </a:p>
          <a:p>
            <a:pPr marL="342900" indent="-342900">
              <a:buFont typeface="Arial" panose="020B0604020202020204" pitchFamily="34" charset="0"/>
              <a:buChar char="•"/>
            </a:pPr>
            <a:r>
              <a:rPr lang="en-US" dirty="0"/>
              <a:t>Theirs was a reign of democracy and liberty</a:t>
            </a:r>
          </a:p>
          <a:p>
            <a:pPr marL="342900" indent="-342900">
              <a:buFont typeface="Arial" panose="020B0604020202020204" pitchFamily="34" charset="0"/>
              <a:buChar char="•"/>
            </a:pPr>
            <a:r>
              <a:rPr lang="en-US" dirty="0"/>
              <a:t>Five decades after Rizal’s death, the Philippines gained her long-awaited independence</a:t>
            </a:r>
          </a:p>
          <a:p>
            <a:endParaRPr lang="en-US" dirty="0"/>
          </a:p>
        </p:txBody>
      </p:sp>
      <p:pic>
        <p:nvPicPr>
          <p:cNvPr id="11" name="Picture Placeholder 10" descr="A plant in a pot">
            <a:extLst>
              <a:ext uri="{FF2B5EF4-FFF2-40B4-BE49-F238E27FC236}">
                <a16:creationId xmlns:a16="http://schemas.microsoft.com/office/drawing/2014/main" id="{B6C60CD5-0478-112B-1ADF-263CE0FBE1CA}"/>
              </a:ext>
            </a:extLst>
          </p:cNvPr>
          <p:cNvPicPr>
            <a:picLocks noGrp="1" noChangeAspect="1"/>
          </p:cNvPicPr>
          <p:nvPr>
            <p:ph type="pic" sz="quarter" idx="13"/>
          </p:nvPr>
        </p:nvPicPr>
        <p:blipFill>
          <a:blip r:embed="rId3"/>
          <a:srcRect l="13" r="13"/>
          <a:stretch/>
        </p:blipFill>
        <p:spPr/>
      </p:pic>
      <p:pic>
        <p:nvPicPr>
          <p:cNvPr id="4" name="Picture 3">
            <a:extLst>
              <a:ext uri="{FF2B5EF4-FFF2-40B4-BE49-F238E27FC236}">
                <a16:creationId xmlns:a16="http://schemas.microsoft.com/office/drawing/2014/main" id="{A39756F2-F2FB-25AB-2522-487405E54FF2}"/>
              </a:ext>
            </a:extLst>
          </p:cNvPr>
          <p:cNvPicPr>
            <a:picLocks noChangeAspect="1"/>
          </p:cNvPicPr>
          <p:nvPr/>
        </p:nvPicPr>
        <p:blipFill>
          <a:blip r:embed="rId4"/>
          <a:stretch>
            <a:fillRect/>
          </a:stretch>
        </p:blipFill>
        <p:spPr>
          <a:xfrm>
            <a:off x="6480094" y="1"/>
            <a:ext cx="5013086" cy="6857996"/>
          </a:xfrm>
          <a:prstGeom prst="rect">
            <a:avLst/>
          </a:prstGeom>
        </p:spPr>
      </p:pic>
    </p:spTree>
    <p:extLst>
      <p:ext uri="{BB962C8B-B14F-4D97-AF65-F5344CB8AC3E}">
        <p14:creationId xmlns:p14="http://schemas.microsoft.com/office/powerpoint/2010/main" val="3427265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85F51-4123-6D41-F39C-1672FB2E4C6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542FB43-9C10-4A76-80FB-106337BC64E9}"/>
              </a:ext>
            </a:extLst>
          </p:cNvPr>
          <p:cNvSpPr>
            <a:spLocks noGrp="1"/>
          </p:cNvSpPr>
          <p:nvPr>
            <p:ph type="ctrTitle"/>
          </p:nvPr>
        </p:nvSpPr>
        <p:spPr>
          <a:xfrm>
            <a:off x="395713" y="293615"/>
            <a:ext cx="5673726" cy="1300294"/>
          </a:xfrm>
        </p:spPr>
        <p:txBody>
          <a:bodyPr>
            <a:normAutofit/>
          </a:bodyPr>
          <a:lstStyle/>
          <a:p>
            <a:r>
              <a:rPr lang="en-US" sz="3200" dirty="0"/>
              <a:t>The fulfillment of what Rizal had written in his essay:</a:t>
            </a:r>
          </a:p>
        </p:txBody>
      </p:sp>
      <p:sp>
        <p:nvSpPr>
          <p:cNvPr id="3" name="Subtitle 2">
            <a:extLst>
              <a:ext uri="{FF2B5EF4-FFF2-40B4-BE49-F238E27FC236}">
                <a16:creationId xmlns:a16="http://schemas.microsoft.com/office/drawing/2014/main" id="{3295C5C2-7B6F-D3B6-62F0-90CFE4A0CB70}"/>
              </a:ext>
            </a:extLst>
          </p:cNvPr>
          <p:cNvSpPr>
            <a:spLocks noGrp="1"/>
          </p:cNvSpPr>
          <p:nvPr>
            <p:ph type="body" sz="quarter" idx="10"/>
          </p:nvPr>
        </p:nvSpPr>
        <p:spPr>
          <a:xfrm>
            <a:off x="422275" y="2080468"/>
            <a:ext cx="5673726" cy="3596431"/>
          </a:xfrm>
        </p:spPr>
        <p:txBody>
          <a:bodyPr>
            <a:normAutofit/>
          </a:bodyPr>
          <a:lstStyle/>
          <a:p>
            <a:r>
              <a:rPr lang="en-US" sz="2800" dirty="0"/>
              <a:t>“History does not record in its annals any lasting domination by one people over another, of different races, of diverse usages and customs, of opposite and divergent ideas. One of the two had to yield and succumb.”</a:t>
            </a:r>
          </a:p>
          <a:p>
            <a:endParaRPr lang="en-US" dirty="0"/>
          </a:p>
        </p:txBody>
      </p:sp>
      <p:pic>
        <p:nvPicPr>
          <p:cNvPr id="11" name="Picture Placeholder 10" descr="A plant in a pot">
            <a:extLst>
              <a:ext uri="{FF2B5EF4-FFF2-40B4-BE49-F238E27FC236}">
                <a16:creationId xmlns:a16="http://schemas.microsoft.com/office/drawing/2014/main" id="{DD5834C8-EC29-A148-7DA0-10934FDA3359}"/>
              </a:ext>
            </a:extLst>
          </p:cNvPr>
          <p:cNvPicPr>
            <a:picLocks noGrp="1" noChangeAspect="1"/>
          </p:cNvPicPr>
          <p:nvPr>
            <p:ph type="pic" sz="quarter" idx="13"/>
          </p:nvPr>
        </p:nvPicPr>
        <p:blipFill>
          <a:blip r:embed="rId3"/>
          <a:srcRect l="13" r="13"/>
          <a:stretch/>
        </p:blipFill>
        <p:spPr/>
      </p:pic>
      <p:pic>
        <p:nvPicPr>
          <p:cNvPr id="4" name="Picture 3">
            <a:extLst>
              <a:ext uri="{FF2B5EF4-FFF2-40B4-BE49-F238E27FC236}">
                <a16:creationId xmlns:a16="http://schemas.microsoft.com/office/drawing/2014/main" id="{26B9E242-7733-017D-C005-441BA543C018}"/>
              </a:ext>
            </a:extLst>
          </p:cNvPr>
          <p:cNvPicPr>
            <a:picLocks noChangeAspect="1"/>
          </p:cNvPicPr>
          <p:nvPr/>
        </p:nvPicPr>
        <p:blipFill>
          <a:blip r:embed="rId4"/>
          <a:stretch>
            <a:fillRect/>
          </a:stretch>
        </p:blipFill>
        <p:spPr>
          <a:xfrm>
            <a:off x="6480094" y="1"/>
            <a:ext cx="5013086" cy="6857996"/>
          </a:xfrm>
          <a:prstGeom prst="rect">
            <a:avLst/>
          </a:prstGeom>
        </p:spPr>
      </p:pic>
    </p:spTree>
    <p:extLst>
      <p:ext uri="{BB962C8B-B14F-4D97-AF65-F5344CB8AC3E}">
        <p14:creationId xmlns:p14="http://schemas.microsoft.com/office/powerpoint/2010/main" val="1887264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F1F15-46F5-4A2B-AF38-34F3B8027144}"/>
              </a:ext>
            </a:extLst>
          </p:cNvPr>
          <p:cNvSpPr>
            <a:spLocks noGrp="1"/>
          </p:cNvSpPr>
          <p:nvPr>
            <p:ph type="title"/>
          </p:nvPr>
        </p:nvSpPr>
        <p:spPr>
          <a:xfrm>
            <a:off x="422897" y="539495"/>
            <a:ext cx="6867136" cy="5584467"/>
          </a:xfrm>
        </p:spPr>
        <p:txBody>
          <a:bodyPr>
            <a:normAutofit fontScale="90000"/>
          </a:bodyPr>
          <a:lstStyle/>
          <a:p>
            <a:r>
              <a:rPr lang="en-US" dirty="0"/>
              <a:t>Assignment:</a:t>
            </a:r>
            <a:br>
              <a:rPr lang="en-US" dirty="0"/>
            </a:br>
            <a:br>
              <a:rPr lang="en-US" dirty="0"/>
            </a:br>
            <a:r>
              <a:rPr lang="en-US" dirty="0"/>
              <a:t>1. </a:t>
            </a:r>
            <a:r>
              <a:rPr lang="en-US" sz="4000" dirty="0"/>
              <a:t>Read Rizal’s work “The Philippines A Century Hence”</a:t>
            </a:r>
            <a:br>
              <a:rPr lang="en-US" sz="4000" dirty="0"/>
            </a:br>
            <a:r>
              <a:rPr lang="en-US" sz="4000" dirty="0"/>
              <a:t>2. As a student of the subject Rizal, try to reflect on the things he mentioned about the Philippines on a century</a:t>
            </a:r>
            <a:br>
              <a:rPr lang="en-US" sz="4000" dirty="0"/>
            </a:br>
            <a:r>
              <a:rPr lang="en-US" sz="4000" dirty="0"/>
              <a:t>3. Write your reflection on a paragraph form. </a:t>
            </a:r>
            <a:br>
              <a:rPr lang="en-US" sz="4000" dirty="0"/>
            </a:br>
            <a:endParaRPr lang="en-US" sz="4000" dirty="0"/>
          </a:p>
        </p:txBody>
      </p:sp>
    </p:spTree>
    <p:extLst>
      <p:ext uri="{BB962C8B-B14F-4D97-AF65-F5344CB8AC3E}">
        <p14:creationId xmlns:p14="http://schemas.microsoft.com/office/powerpoint/2010/main" val="1315345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797AE-D119-17FF-74B5-E176D5A086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B9BE0D-BE22-3DAC-0281-320CDA8B422C}"/>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1090400139"/>
      </p:ext>
    </p:extLst>
  </p:cSld>
  <p:clrMapOvr>
    <a:masterClrMapping/>
  </p:clrMapOvr>
</p:sld>
</file>

<file path=ppt/theme/theme1.xml><?xml version="1.0" encoding="utf-8"?>
<a:theme xmlns:a="http://schemas.openxmlformats.org/drawingml/2006/main" name="OffsetVTI">
  <a:themeElements>
    <a:clrScheme name="Custom 20">
      <a:dk1>
        <a:srgbClr val="000000"/>
      </a:dk1>
      <a:lt1>
        <a:sysClr val="window" lastClr="FFFFFF"/>
      </a:lt1>
      <a:dk2>
        <a:srgbClr val="2C3948"/>
      </a:dk2>
      <a:lt2>
        <a:srgbClr val="F4F4F4"/>
      </a:lt2>
      <a:accent1>
        <a:srgbClr val="F49D90"/>
      </a:accent1>
      <a:accent2>
        <a:srgbClr val="D6947C"/>
      </a:accent2>
      <a:accent3>
        <a:srgbClr val="BF8484"/>
      </a:accent3>
      <a:accent4>
        <a:srgbClr val="96A9AA"/>
      </a:accent4>
      <a:accent5>
        <a:srgbClr val="DD796C"/>
      </a:accent5>
      <a:accent6>
        <a:srgbClr val="D09145"/>
      </a:accent6>
      <a:hlink>
        <a:srgbClr val="DF686A"/>
      </a:hlink>
      <a:folHlink>
        <a:srgbClr val="F93F1C"/>
      </a:folHlink>
    </a:clrScheme>
    <a:fontScheme name="Dante">
      <a:majorFont>
        <a:latin typeface="Dante"/>
        <a:ea typeface=""/>
        <a:cs typeface=""/>
      </a:majorFont>
      <a:minorFont>
        <a:latin typeface="Dan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setVTI" id="{17A3166B-76FF-4669-8F6D-D4251AE158D8}" vid="{4532814A-B5F8-4CFD-BC69-A007D492DA4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B37DAF-AFAF-4561-A80B-C76198EBD319}">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5B665E41-66EB-401D-940D-8E7024721BE5}">
  <ds:schemaRefs>
    <ds:schemaRef ds:uri="http://schemas.microsoft.com/sharepoint/v3/contenttype/forms"/>
  </ds:schemaRefs>
</ds:datastoreItem>
</file>

<file path=customXml/itemProps3.xml><?xml version="1.0" encoding="utf-8"?>
<ds:datastoreItem xmlns:ds="http://schemas.openxmlformats.org/officeDocument/2006/customXml" ds:itemID="{A29436BC-77AE-4AEE-A282-4E162A1CAA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{AB3E2E02-E6EE-4F78-A2F8-52E24C0C19A0}TF6ea1097e-8114-4abb-8578-efc1cea4ec3c79c3debc_win32-15e8df654485</Template>
  <TotalTime>104</TotalTime>
  <Words>623</Words>
  <Application>Microsoft Office PowerPoint</Application>
  <PresentationFormat>Widescreen</PresentationFormat>
  <Paragraphs>63</Paragraphs>
  <Slides>14</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Dante</vt:lpstr>
      <vt:lpstr>Dante (Headings)2</vt:lpstr>
      <vt:lpstr>Helvetica Neue Medium</vt:lpstr>
      <vt:lpstr>Wingdings</vt:lpstr>
      <vt:lpstr>Wingdings 2</vt:lpstr>
      <vt:lpstr>OffsetVTI</vt:lpstr>
      <vt:lpstr>Week 13 The Philippines A Century Hence</vt:lpstr>
      <vt:lpstr>Introduction</vt:lpstr>
      <vt:lpstr>This essay presents a radical prophesy of Rizal of how the Philippines would be on the century.   Rizal presented a clear idea of how out Motherland will end up centuries later proposing  that our country will end up in either three ways:  </vt:lpstr>
      <vt:lpstr>These are: </vt:lpstr>
      <vt:lpstr>PowerPoint Presentation</vt:lpstr>
      <vt:lpstr>Rizal’s Forecasts:</vt:lpstr>
      <vt:lpstr>Spain’s implementation of her military policies:</vt:lpstr>
      <vt:lpstr>Deterioration and Disappearance of Indigenous Culture of the Filipinos:</vt:lpstr>
      <vt:lpstr>Passivity and Submissiveness to the Spanish colonizers:</vt:lpstr>
      <vt:lpstr>Third article of Rizal’s essay:</vt:lpstr>
      <vt:lpstr>What Rizal had envisioned in his essay came true</vt:lpstr>
      <vt:lpstr>The fulfillment of what Rizal had written in his essay:</vt:lpstr>
      <vt:lpstr>Assignment:  1. Read Rizal’s work “The Philippines A Century Hence” 2. As a student of the subject Rizal, try to reflect on the things he mentioned about the Philippines on a century 3. Write your reflection on a paragraph form.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JOSELYN SERVIDAD</dc:creator>
  <cp:lastModifiedBy>JOSELYN SERVIDAD</cp:lastModifiedBy>
  <cp:revision>2</cp:revision>
  <dcterms:created xsi:type="dcterms:W3CDTF">2025-09-29T12:20:21Z</dcterms:created>
  <dcterms:modified xsi:type="dcterms:W3CDTF">2025-09-29T14:04:29Z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